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261" r:id="rId3"/>
    <p:sldId id="637" r:id="rId4"/>
    <p:sldId id="622" r:id="rId5"/>
    <p:sldId id="643" r:id="rId6"/>
    <p:sldId id="656" r:id="rId7"/>
    <p:sldId id="644" r:id="rId8"/>
    <p:sldId id="657" r:id="rId9"/>
    <p:sldId id="638" r:id="rId10"/>
    <p:sldId id="645" r:id="rId11"/>
    <p:sldId id="641" r:id="rId12"/>
    <p:sldId id="639" r:id="rId13"/>
    <p:sldId id="646" r:id="rId14"/>
    <p:sldId id="647" r:id="rId15"/>
    <p:sldId id="648" r:id="rId16"/>
    <p:sldId id="649" r:id="rId17"/>
    <p:sldId id="650" r:id="rId18"/>
    <p:sldId id="642" r:id="rId19"/>
    <p:sldId id="640" r:id="rId20"/>
    <p:sldId id="651" r:id="rId21"/>
    <p:sldId id="652" r:id="rId22"/>
    <p:sldId id="653" r:id="rId23"/>
    <p:sldId id="621" r:id="rId24"/>
    <p:sldId id="32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3AD"/>
    <a:srgbClr val="CDDFE5"/>
    <a:srgbClr val="E3E1B7"/>
    <a:srgbClr val="F0EFD9"/>
    <a:srgbClr val="EBEBD1"/>
    <a:srgbClr val="E2E4D4"/>
    <a:srgbClr val="FBF9D9"/>
    <a:srgbClr val="EFFDFF"/>
    <a:srgbClr val="D4F9FE"/>
    <a:srgbClr val="9697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05" autoAdjust="0"/>
    <p:restoredTop sz="96649" autoAdjust="0"/>
  </p:normalViewPr>
  <p:slideViewPr>
    <p:cSldViewPr snapToGrid="0">
      <p:cViewPr varScale="1">
        <p:scale>
          <a:sx n="103" d="100"/>
          <a:sy n="103" d="100"/>
        </p:scale>
        <p:origin x="9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67043-1ED9-4280-B30D-13F4B4DE324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4BD96-1AF7-4450-99A7-A00EE4A95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21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4689AE-CB4D-5E97-1D4C-63AB686A07C3}"/>
              </a:ext>
            </a:extLst>
          </p:cNvPr>
          <p:cNvSpPr/>
          <p:nvPr userDrawn="1"/>
        </p:nvSpPr>
        <p:spPr>
          <a:xfrm>
            <a:off x="0" y="-42532"/>
            <a:ext cx="12192000" cy="6900532"/>
          </a:xfrm>
          <a:prstGeom prst="rect">
            <a:avLst/>
          </a:prstGeom>
          <a:solidFill>
            <a:srgbClr val="E3E1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873A6-FC85-F129-0FF3-6D9468FF2A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8368" y="2469578"/>
            <a:ext cx="11073384" cy="1073839"/>
          </a:xfrm>
        </p:spPr>
        <p:txBody>
          <a:bodyPr anchor="b"/>
          <a:lstStyle>
            <a:lvl1pPr algn="ctr">
              <a:defRPr sz="6000" b="1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CS302 – 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6E857-2B66-8433-D469-E0F15F210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6515" y="4178110"/>
            <a:ext cx="1025956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AA29F4-108E-4774-317D-15F8F3E82F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984" y="351116"/>
            <a:ext cx="1722032" cy="172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466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F40D-520F-F4CA-0576-5338E0573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77" y="118517"/>
            <a:ext cx="11825846" cy="689708"/>
          </a:xfrm>
          <a:custGeom>
            <a:avLst/>
            <a:gdLst>
              <a:gd name="csX0" fmla="*/ 0 w 11825846"/>
              <a:gd name="csY0" fmla="*/ 0 h 689708"/>
              <a:gd name="csX1" fmla="*/ 709551 w 11825846"/>
              <a:gd name="csY1" fmla="*/ 0 h 689708"/>
              <a:gd name="csX2" fmla="*/ 1300843 w 11825846"/>
              <a:gd name="csY2" fmla="*/ 0 h 689708"/>
              <a:gd name="csX3" fmla="*/ 1655618 w 11825846"/>
              <a:gd name="csY3" fmla="*/ 0 h 689708"/>
              <a:gd name="csX4" fmla="*/ 2128652 w 11825846"/>
              <a:gd name="csY4" fmla="*/ 0 h 689708"/>
              <a:gd name="csX5" fmla="*/ 2601686 w 11825846"/>
              <a:gd name="csY5" fmla="*/ 0 h 689708"/>
              <a:gd name="csX6" fmla="*/ 2838203 w 11825846"/>
              <a:gd name="csY6" fmla="*/ 0 h 689708"/>
              <a:gd name="csX7" fmla="*/ 3666012 w 11825846"/>
              <a:gd name="csY7" fmla="*/ 0 h 689708"/>
              <a:gd name="csX8" fmla="*/ 4020788 w 11825846"/>
              <a:gd name="csY8" fmla="*/ 0 h 689708"/>
              <a:gd name="csX9" fmla="*/ 4848597 w 11825846"/>
              <a:gd name="csY9" fmla="*/ 0 h 689708"/>
              <a:gd name="csX10" fmla="*/ 5439889 w 11825846"/>
              <a:gd name="csY10" fmla="*/ 0 h 689708"/>
              <a:gd name="csX11" fmla="*/ 6031181 w 11825846"/>
              <a:gd name="csY11" fmla="*/ 0 h 689708"/>
              <a:gd name="csX12" fmla="*/ 6504215 w 11825846"/>
              <a:gd name="csY12" fmla="*/ 0 h 689708"/>
              <a:gd name="csX13" fmla="*/ 7213766 w 11825846"/>
              <a:gd name="csY13" fmla="*/ 0 h 689708"/>
              <a:gd name="csX14" fmla="*/ 7450283 w 11825846"/>
              <a:gd name="csY14" fmla="*/ 0 h 689708"/>
              <a:gd name="csX15" fmla="*/ 8159834 w 11825846"/>
              <a:gd name="csY15" fmla="*/ 0 h 689708"/>
              <a:gd name="csX16" fmla="*/ 8751126 w 11825846"/>
              <a:gd name="csY16" fmla="*/ 0 h 689708"/>
              <a:gd name="csX17" fmla="*/ 9460677 w 11825846"/>
              <a:gd name="csY17" fmla="*/ 0 h 689708"/>
              <a:gd name="csX18" fmla="*/ 10051969 w 11825846"/>
              <a:gd name="csY18" fmla="*/ 0 h 689708"/>
              <a:gd name="csX19" fmla="*/ 10288486 w 11825846"/>
              <a:gd name="csY19" fmla="*/ 0 h 689708"/>
              <a:gd name="csX20" fmla="*/ 11116295 w 11825846"/>
              <a:gd name="csY20" fmla="*/ 0 h 689708"/>
              <a:gd name="csX21" fmla="*/ 11825846 w 11825846"/>
              <a:gd name="csY21" fmla="*/ 0 h 689708"/>
              <a:gd name="csX22" fmla="*/ 11825846 w 11825846"/>
              <a:gd name="csY22" fmla="*/ 344854 h 689708"/>
              <a:gd name="csX23" fmla="*/ 11825846 w 11825846"/>
              <a:gd name="csY23" fmla="*/ 689708 h 689708"/>
              <a:gd name="csX24" fmla="*/ 11471071 w 11825846"/>
              <a:gd name="csY24" fmla="*/ 689708 h 689708"/>
              <a:gd name="csX25" fmla="*/ 10761520 w 11825846"/>
              <a:gd name="csY25" fmla="*/ 689708 h 689708"/>
              <a:gd name="csX26" fmla="*/ 10288486 w 11825846"/>
              <a:gd name="csY26" fmla="*/ 689708 h 689708"/>
              <a:gd name="csX27" fmla="*/ 9578935 w 11825846"/>
              <a:gd name="csY27" fmla="*/ 689708 h 689708"/>
              <a:gd name="csX28" fmla="*/ 8751126 w 11825846"/>
              <a:gd name="csY28" fmla="*/ 689708 h 689708"/>
              <a:gd name="csX29" fmla="*/ 8278092 w 11825846"/>
              <a:gd name="csY29" fmla="*/ 689708 h 689708"/>
              <a:gd name="csX30" fmla="*/ 7450283 w 11825846"/>
              <a:gd name="csY30" fmla="*/ 689708 h 689708"/>
              <a:gd name="csX31" fmla="*/ 7095508 w 11825846"/>
              <a:gd name="csY31" fmla="*/ 689708 h 689708"/>
              <a:gd name="csX32" fmla="*/ 6858991 w 11825846"/>
              <a:gd name="csY32" fmla="*/ 689708 h 689708"/>
              <a:gd name="csX33" fmla="*/ 6149440 w 11825846"/>
              <a:gd name="csY33" fmla="*/ 689708 h 689708"/>
              <a:gd name="csX34" fmla="*/ 5558148 w 11825846"/>
              <a:gd name="csY34" fmla="*/ 689708 h 689708"/>
              <a:gd name="csX35" fmla="*/ 4848597 w 11825846"/>
              <a:gd name="csY35" fmla="*/ 689708 h 689708"/>
              <a:gd name="csX36" fmla="*/ 4139046 w 11825846"/>
              <a:gd name="csY36" fmla="*/ 689708 h 689708"/>
              <a:gd name="csX37" fmla="*/ 3311237 w 11825846"/>
              <a:gd name="csY37" fmla="*/ 689708 h 689708"/>
              <a:gd name="csX38" fmla="*/ 2838203 w 11825846"/>
              <a:gd name="csY38" fmla="*/ 689708 h 689708"/>
              <a:gd name="csX39" fmla="*/ 2483428 w 11825846"/>
              <a:gd name="csY39" fmla="*/ 689708 h 689708"/>
              <a:gd name="csX40" fmla="*/ 1892135 w 11825846"/>
              <a:gd name="csY40" fmla="*/ 689708 h 689708"/>
              <a:gd name="csX41" fmla="*/ 1064326 w 11825846"/>
              <a:gd name="csY41" fmla="*/ 689708 h 689708"/>
              <a:gd name="csX42" fmla="*/ 0 w 11825846"/>
              <a:gd name="csY42" fmla="*/ 689708 h 689708"/>
              <a:gd name="csX43" fmla="*/ 0 w 11825846"/>
              <a:gd name="csY43" fmla="*/ 351751 h 689708"/>
              <a:gd name="csX44" fmla="*/ 0 w 11825846"/>
              <a:gd name="csY44" fmla="*/ 0 h 6897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1825846" h="689708" fill="none" extrusionOk="0">
                <a:moveTo>
                  <a:pt x="0" y="0"/>
                </a:moveTo>
                <a:cubicBezTo>
                  <a:pt x="200495" y="-42868"/>
                  <a:pt x="514406" y="69875"/>
                  <a:pt x="709551" y="0"/>
                </a:cubicBezTo>
                <a:cubicBezTo>
                  <a:pt x="904696" y="-69875"/>
                  <a:pt x="1095903" y="49130"/>
                  <a:pt x="1300843" y="0"/>
                </a:cubicBezTo>
                <a:cubicBezTo>
                  <a:pt x="1505783" y="-49130"/>
                  <a:pt x="1578382" y="33563"/>
                  <a:pt x="1655618" y="0"/>
                </a:cubicBezTo>
                <a:cubicBezTo>
                  <a:pt x="1732855" y="-33563"/>
                  <a:pt x="1912509" y="55181"/>
                  <a:pt x="2128652" y="0"/>
                </a:cubicBezTo>
                <a:cubicBezTo>
                  <a:pt x="2344795" y="-55181"/>
                  <a:pt x="2467108" y="36029"/>
                  <a:pt x="2601686" y="0"/>
                </a:cubicBezTo>
                <a:cubicBezTo>
                  <a:pt x="2736264" y="-36029"/>
                  <a:pt x="2774476" y="25459"/>
                  <a:pt x="2838203" y="0"/>
                </a:cubicBezTo>
                <a:cubicBezTo>
                  <a:pt x="2901930" y="-25459"/>
                  <a:pt x="3375047" y="6336"/>
                  <a:pt x="3666012" y="0"/>
                </a:cubicBezTo>
                <a:cubicBezTo>
                  <a:pt x="3956977" y="-6336"/>
                  <a:pt x="3940567" y="26898"/>
                  <a:pt x="4020788" y="0"/>
                </a:cubicBezTo>
                <a:cubicBezTo>
                  <a:pt x="4101009" y="-26898"/>
                  <a:pt x="4509607" y="66994"/>
                  <a:pt x="4848597" y="0"/>
                </a:cubicBezTo>
                <a:cubicBezTo>
                  <a:pt x="5187587" y="-66994"/>
                  <a:pt x="5175608" y="14039"/>
                  <a:pt x="5439889" y="0"/>
                </a:cubicBezTo>
                <a:cubicBezTo>
                  <a:pt x="5704170" y="-14039"/>
                  <a:pt x="5797513" y="51278"/>
                  <a:pt x="6031181" y="0"/>
                </a:cubicBezTo>
                <a:cubicBezTo>
                  <a:pt x="6264849" y="-51278"/>
                  <a:pt x="6353888" y="50354"/>
                  <a:pt x="6504215" y="0"/>
                </a:cubicBezTo>
                <a:cubicBezTo>
                  <a:pt x="6654542" y="-50354"/>
                  <a:pt x="7070256" y="9799"/>
                  <a:pt x="7213766" y="0"/>
                </a:cubicBezTo>
                <a:cubicBezTo>
                  <a:pt x="7357276" y="-9799"/>
                  <a:pt x="7353607" y="10398"/>
                  <a:pt x="7450283" y="0"/>
                </a:cubicBezTo>
                <a:cubicBezTo>
                  <a:pt x="7546959" y="-10398"/>
                  <a:pt x="7865070" y="27393"/>
                  <a:pt x="8159834" y="0"/>
                </a:cubicBezTo>
                <a:cubicBezTo>
                  <a:pt x="8454598" y="-27393"/>
                  <a:pt x="8476103" y="24021"/>
                  <a:pt x="8751126" y="0"/>
                </a:cubicBezTo>
                <a:cubicBezTo>
                  <a:pt x="9026149" y="-24021"/>
                  <a:pt x="9214916" y="17871"/>
                  <a:pt x="9460677" y="0"/>
                </a:cubicBezTo>
                <a:cubicBezTo>
                  <a:pt x="9706438" y="-17871"/>
                  <a:pt x="9904455" y="30705"/>
                  <a:pt x="10051969" y="0"/>
                </a:cubicBezTo>
                <a:cubicBezTo>
                  <a:pt x="10199483" y="-30705"/>
                  <a:pt x="10230687" y="17944"/>
                  <a:pt x="10288486" y="0"/>
                </a:cubicBezTo>
                <a:cubicBezTo>
                  <a:pt x="10346285" y="-17944"/>
                  <a:pt x="10757540" y="73340"/>
                  <a:pt x="11116295" y="0"/>
                </a:cubicBezTo>
                <a:cubicBezTo>
                  <a:pt x="11475050" y="-73340"/>
                  <a:pt x="11667497" y="79638"/>
                  <a:pt x="11825846" y="0"/>
                </a:cubicBezTo>
                <a:cubicBezTo>
                  <a:pt x="11853818" y="117290"/>
                  <a:pt x="11809249" y="213364"/>
                  <a:pt x="11825846" y="344854"/>
                </a:cubicBezTo>
                <a:cubicBezTo>
                  <a:pt x="11842443" y="476344"/>
                  <a:pt x="11797099" y="576519"/>
                  <a:pt x="11825846" y="689708"/>
                </a:cubicBezTo>
                <a:cubicBezTo>
                  <a:pt x="11672839" y="725715"/>
                  <a:pt x="11629136" y="658875"/>
                  <a:pt x="11471071" y="689708"/>
                </a:cubicBezTo>
                <a:cubicBezTo>
                  <a:pt x="11313007" y="720541"/>
                  <a:pt x="11018388" y="629692"/>
                  <a:pt x="10761520" y="689708"/>
                </a:cubicBezTo>
                <a:cubicBezTo>
                  <a:pt x="10504652" y="749724"/>
                  <a:pt x="10445004" y="645349"/>
                  <a:pt x="10288486" y="689708"/>
                </a:cubicBezTo>
                <a:cubicBezTo>
                  <a:pt x="10131968" y="734067"/>
                  <a:pt x="9915328" y="641970"/>
                  <a:pt x="9578935" y="689708"/>
                </a:cubicBezTo>
                <a:cubicBezTo>
                  <a:pt x="9242542" y="737446"/>
                  <a:pt x="8964342" y="686174"/>
                  <a:pt x="8751126" y="689708"/>
                </a:cubicBezTo>
                <a:cubicBezTo>
                  <a:pt x="8537910" y="693242"/>
                  <a:pt x="8374167" y="672258"/>
                  <a:pt x="8278092" y="689708"/>
                </a:cubicBezTo>
                <a:cubicBezTo>
                  <a:pt x="8182017" y="707158"/>
                  <a:pt x="7759575" y="606195"/>
                  <a:pt x="7450283" y="689708"/>
                </a:cubicBezTo>
                <a:cubicBezTo>
                  <a:pt x="7140991" y="773221"/>
                  <a:pt x="7173267" y="685225"/>
                  <a:pt x="7095508" y="689708"/>
                </a:cubicBezTo>
                <a:cubicBezTo>
                  <a:pt x="7017749" y="694191"/>
                  <a:pt x="6929855" y="688076"/>
                  <a:pt x="6858991" y="689708"/>
                </a:cubicBezTo>
                <a:cubicBezTo>
                  <a:pt x="6788127" y="691340"/>
                  <a:pt x="6417084" y="638825"/>
                  <a:pt x="6149440" y="689708"/>
                </a:cubicBezTo>
                <a:cubicBezTo>
                  <a:pt x="5881796" y="740591"/>
                  <a:pt x="5715624" y="620667"/>
                  <a:pt x="5558148" y="689708"/>
                </a:cubicBezTo>
                <a:cubicBezTo>
                  <a:pt x="5400672" y="758749"/>
                  <a:pt x="5195430" y="661079"/>
                  <a:pt x="4848597" y="689708"/>
                </a:cubicBezTo>
                <a:cubicBezTo>
                  <a:pt x="4501764" y="718337"/>
                  <a:pt x="4304856" y="652172"/>
                  <a:pt x="4139046" y="689708"/>
                </a:cubicBezTo>
                <a:cubicBezTo>
                  <a:pt x="3973236" y="727244"/>
                  <a:pt x="3603562" y="639791"/>
                  <a:pt x="3311237" y="689708"/>
                </a:cubicBezTo>
                <a:cubicBezTo>
                  <a:pt x="3018912" y="739625"/>
                  <a:pt x="3017427" y="639840"/>
                  <a:pt x="2838203" y="689708"/>
                </a:cubicBezTo>
                <a:cubicBezTo>
                  <a:pt x="2658979" y="739576"/>
                  <a:pt x="2574717" y="654218"/>
                  <a:pt x="2483428" y="689708"/>
                </a:cubicBezTo>
                <a:cubicBezTo>
                  <a:pt x="2392139" y="725198"/>
                  <a:pt x="2076927" y="685998"/>
                  <a:pt x="1892135" y="689708"/>
                </a:cubicBezTo>
                <a:cubicBezTo>
                  <a:pt x="1707343" y="693418"/>
                  <a:pt x="1335299" y="651356"/>
                  <a:pt x="1064326" y="689708"/>
                </a:cubicBezTo>
                <a:cubicBezTo>
                  <a:pt x="793353" y="728060"/>
                  <a:pt x="233588" y="633039"/>
                  <a:pt x="0" y="689708"/>
                </a:cubicBezTo>
                <a:cubicBezTo>
                  <a:pt x="-16625" y="577499"/>
                  <a:pt x="14319" y="479568"/>
                  <a:pt x="0" y="351751"/>
                </a:cubicBezTo>
                <a:cubicBezTo>
                  <a:pt x="-14319" y="223934"/>
                  <a:pt x="31164" y="139314"/>
                  <a:pt x="0" y="0"/>
                </a:cubicBezTo>
                <a:close/>
              </a:path>
              <a:path w="11825846" h="689708" stroke="0" extrusionOk="0">
                <a:moveTo>
                  <a:pt x="0" y="0"/>
                </a:moveTo>
                <a:cubicBezTo>
                  <a:pt x="77164" y="-16497"/>
                  <a:pt x="183560" y="3298"/>
                  <a:pt x="236517" y="0"/>
                </a:cubicBezTo>
                <a:cubicBezTo>
                  <a:pt x="289474" y="-3298"/>
                  <a:pt x="617465" y="74380"/>
                  <a:pt x="946068" y="0"/>
                </a:cubicBezTo>
                <a:cubicBezTo>
                  <a:pt x="1274671" y="-74380"/>
                  <a:pt x="1389620" y="27215"/>
                  <a:pt x="1537360" y="0"/>
                </a:cubicBezTo>
                <a:cubicBezTo>
                  <a:pt x="1685100" y="-27215"/>
                  <a:pt x="1715785" y="15851"/>
                  <a:pt x="1773877" y="0"/>
                </a:cubicBezTo>
                <a:cubicBezTo>
                  <a:pt x="1831969" y="-15851"/>
                  <a:pt x="2027881" y="4675"/>
                  <a:pt x="2128652" y="0"/>
                </a:cubicBezTo>
                <a:cubicBezTo>
                  <a:pt x="2229424" y="-4675"/>
                  <a:pt x="2597428" y="85705"/>
                  <a:pt x="2956462" y="0"/>
                </a:cubicBezTo>
                <a:cubicBezTo>
                  <a:pt x="3315496" y="-85705"/>
                  <a:pt x="3214440" y="2333"/>
                  <a:pt x="3429495" y="0"/>
                </a:cubicBezTo>
                <a:cubicBezTo>
                  <a:pt x="3644550" y="-2333"/>
                  <a:pt x="3951104" y="84153"/>
                  <a:pt x="4139046" y="0"/>
                </a:cubicBezTo>
                <a:cubicBezTo>
                  <a:pt x="4326988" y="-84153"/>
                  <a:pt x="4498083" y="55612"/>
                  <a:pt x="4612080" y="0"/>
                </a:cubicBezTo>
                <a:cubicBezTo>
                  <a:pt x="4726077" y="-55612"/>
                  <a:pt x="4774251" y="1424"/>
                  <a:pt x="4848597" y="0"/>
                </a:cubicBezTo>
                <a:cubicBezTo>
                  <a:pt x="4922943" y="-1424"/>
                  <a:pt x="5062746" y="1598"/>
                  <a:pt x="5203372" y="0"/>
                </a:cubicBezTo>
                <a:cubicBezTo>
                  <a:pt x="5343999" y="-1598"/>
                  <a:pt x="5357795" y="17094"/>
                  <a:pt x="5439889" y="0"/>
                </a:cubicBezTo>
                <a:cubicBezTo>
                  <a:pt x="5521983" y="-17094"/>
                  <a:pt x="5693312" y="24139"/>
                  <a:pt x="5794665" y="0"/>
                </a:cubicBezTo>
                <a:cubicBezTo>
                  <a:pt x="5896018" y="-24139"/>
                  <a:pt x="6210350" y="18924"/>
                  <a:pt x="6622474" y="0"/>
                </a:cubicBezTo>
                <a:cubicBezTo>
                  <a:pt x="7034598" y="-18924"/>
                  <a:pt x="6913017" y="5955"/>
                  <a:pt x="7095508" y="0"/>
                </a:cubicBezTo>
                <a:cubicBezTo>
                  <a:pt x="7277999" y="-5955"/>
                  <a:pt x="7355085" y="4405"/>
                  <a:pt x="7568541" y="0"/>
                </a:cubicBezTo>
                <a:cubicBezTo>
                  <a:pt x="7781997" y="-4405"/>
                  <a:pt x="8008822" y="59895"/>
                  <a:pt x="8159834" y="0"/>
                </a:cubicBezTo>
                <a:cubicBezTo>
                  <a:pt x="8310846" y="-59895"/>
                  <a:pt x="8458740" y="19789"/>
                  <a:pt x="8751126" y="0"/>
                </a:cubicBezTo>
                <a:cubicBezTo>
                  <a:pt x="9043512" y="-19789"/>
                  <a:pt x="9043810" y="37044"/>
                  <a:pt x="9224160" y="0"/>
                </a:cubicBezTo>
                <a:cubicBezTo>
                  <a:pt x="9404510" y="-37044"/>
                  <a:pt x="9356029" y="11518"/>
                  <a:pt x="9460677" y="0"/>
                </a:cubicBezTo>
                <a:cubicBezTo>
                  <a:pt x="9565325" y="-11518"/>
                  <a:pt x="9956086" y="21594"/>
                  <a:pt x="10288486" y="0"/>
                </a:cubicBezTo>
                <a:cubicBezTo>
                  <a:pt x="10620886" y="-21594"/>
                  <a:pt x="10642693" y="1702"/>
                  <a:pt x="10879778" y="0"/>
                </a:cubicBezTo>
                <a:cubicBezTo>
                  <a:pt x="11116863" y="-1702"/>
                  <a:pt x="11138463" y="30545"/>
                  <a:pt x="11234554" y="0"/>
                </a:cubicBezTo>
                <a:cubicBezTo>
                  <a:pt x="11330645" y="-30545"/>
                  <a:pt x="11622002" y="20556"/>
                  <a:pt x="11825846" y="0"/>
                </a:cubicBezTo>
                <a:cubicBezTo>
                  <a:pt x="11827588" y="68339"/>
                  <a:pt x="11805512" y="258862"/>
                  <a:pt x="11825846" y="337957"/>
                </a:cubicBezTo>
                <a:cubicBezTo>
                  <a:pt x="11846180" y="417052"/>
                  <a:pt x="11813072" y="520079"/>
                  <a:pt x="11825846" y="689708"/>
                </a:cubicBezTo>
                <a:cubicBezTo>
                  <a:pt x="11506370" y="702812"/>
                  <a:pt x="11384999" y="617320"/>
                  <a:pt x="11116295" y="689708"/>
                </a:cubicBezTo>
                <a:cubicBezTo>
                  <a:pt x="10847591" y="762096"/>
                  <a:pt x="10994427" y="665509"/>
                  <a:pt x="10879778" y="689708"/>
                </a:cubicBezTo>
                <a:cubicBezTo>
                  <a:pt x="10765129" y="713907"/>
                  <a:pt x="10448999" y="643097"/>
                  <a:pt x="10051969" y="689708"/>
                </a:cubicBezTo>
                <a:cubicBezTo>
                  <a:pt x="9654939" y="736319"/>
                  <a:pt x="9494551" y="604799"/>
                  <a:pt x="9224160" y="689708"/>
                </a:cubicBezTo>
                <a:cubicBezTo>
                  <a:pt x="8953769" y="774617"/>
                  <a:pt x="8983030" y="687028"/>
                  <a:pt x="8869385" y="689708"/>
                </a:cubicBezTo>
                <a:cubicBezTo>
                  <a:pt x="8755741" y="692388"/>
                  <a:pt x="8516184" y="650003"/>
                  <a:pt x="8396351" y="689708"/>
                </a:cubicBezTo>
                <a:cubicBezTo>
                  <a:pt x="8276518" y="729413"/>
                  <a:pt x="7884357" y="683518"/>
                  <a:pt x="7686800" y="689708"/>
                </a:cubicBezTo>
                <a:cubicBezTo>
                  <a:pt x="7489243" y="695898"/>
                  <a:pt x="7358176" y="673080"/>
                  <a:pt x="7213766" y="689708"/>
                </a:cubicBezTo>
                <a:cubicBezTo>
                  <a:pt x="7069356" y="706336"/>
                  <a:pt x="7082488" y="689699"/>
                  <a:pt x="6977249" y="689708"/>
                </a:cubicBezTo>
                <a:cubicBezTo>
                  <a:pt x="6872010" y="689717"/>
                  <a:pt x="6766746" y="688919"/>
                  <a:pt x="6622474" y="689708"/>
                </a:cubicBezTo>
                <a:cubicBezTo>
                  <a:pt x="6478203" y="690497"/>
                  <a:pt x="6082931" y="644574"/>
                  <a:pt x="5912923" y="689708"/>
                </a:cubicBezTo>
                <a:cubicBezTo>
                  <a:pt x="5742915" y="734842"/>
                  <a:pt x="5603251" y="683617"/>
                  <a:pt x="5439889" y="689708"/>
                </a:cubicBezTo>
                <a:cubicBezTo>
                  <a:pt x="5276527" y="695799"/>
                  <a:pt x="5278959" y="679121"/>
                  <a:pt x="5203372" y="689708"/>
                </a:cubicBezTo>
                <a:cubicBezTo>
                  <a:pt x="5127785" y="700295"/>
                  <a:pt x="4921507" y="676373"/>
                  <a:pt x="4730338" y="689708"/>
                </a:cubicBezTo>
                <a:cubicBezTo>
                  <a:pt x="4539169" y="703043"/>
                  <a:pt x="4262951" y="664661"/>
                  <a:pt x="4139046" y="689708"/>
                </a:cubicBezTo>
                <a:cubicBezTo>
                  <a:pt x="4015141" y="714755"/>
                  <a:pt x="3710596" y="670785"/>
                  <a:pt x="3547754" y="689708"/>
                </a:cubicBezTo>
                <a:cubicBezTo>
                  <a:pt x="3384912" y="708631"/>
                  <a:pt x="3217734" y="667684"/>
                  <a:pt x="3074720" y="689708"/>
                </a:cubicBezTo>
                <a:cubicBezTo>
                  <a:pt x="2931706" y="711732"/>
                  <a:pt x="2800116" y="689319"/>
                  <a:pt x="2601686" y="689708"/>
                </a:cubicBezTo>
                <a:cubicBezTo>
                  <a:pt x="2403256" y="690097"/>
                  <a:pt x="2467403" y="687826"/>
                  <a:pt x="2365169" y="689708"/>
                </a:cubicBezTo>
                <a:cubicBezTo>
                  <a:pt x="2262935" y="691590"/>
                  <a:pt x="1725206" y="620354"/>
                  <a:pt x="1537360" y="689708"/>
                </a:cubicBezTo>
                <a:cubicBezTo>
                  <a:pt x="1349514" y="759062"/>
                  <a:pt x="1280846" y="665813"/>
                  <a:pt x="1064326" y="689708"/>
                </a:cubicBezTo>
                <a:cubicBezTo>
                  <a:pt x="847806" y="713603"/>
                  <a:pt x="261187" y="669809"/>
                  <a:pt x="0" y="689708"/>
                </a:cubicBezTo>
                <a:cubicBezTo>
                  <a:pt x="-28573" y="610741"/>
                  <a:pt x="1806" y="523436"/>
                  <a:pt x="0" y="365545"/>
                </a:cubicBezTo>
                <a:cubicBezTo>
                  <a:pt x="-1806" y="207654"/>
                  <a:pt x="2224" y="122017"/>
                  <a:pt x="0" y="0"/>
                </a:cubicBez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 w="12700">
            <a:solidFill>
              <a:schemeClr val="accent6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3741750698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>
              <a:defRPr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DA2AB-11BE-1B22-FF80-605EED1A1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77" y="960121"/>
            <a:ext cx="11856523" cy="5733642"/>
          </a:xfrm>
        </p:spPr>
        <p:txBody>
          <a:bodyPr/>
          <a:lstStyle>
            <a:lvl1pPr algn="just"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just"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+mj-lt"/>
              </a:defRPr>
            </a:lvl2pPr>
            <a:lvl3pPr algn="just"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+mj-lt"/>
              </a:defRPr>
            </a:lvl3pPr>
            <a:lvl4pPr algn="just"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+mj-lt"/>
              </a:defRPr>
            </a:lvl4pPr>
            <a:lvl5pPr algn="just"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817B780-5025-987F-3DC3-184DB53C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45378"/>
            <a:ext cx="168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472CE09-311C-4CDB-87AD-5FE14EBCB3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952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390B-285F-2C66-D3FE-5B823F0AE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68575"/>
            <a:ext cx="10515600" cy="1727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7D06B-72EC-43BE-409D-39B6E53EB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62451"/>
            <a:ext cx="10515600" cy="17272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F5279-CD73-19B5-AEA6-B78C3CC5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E98361-67DD-1707-8440-2ECD85F01A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554" y="523912"/>
            <a:ext cx="1804892" cy="180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88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74FB-C9E5-C168-20A6-B3138D436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2E0BE-046F-1656-A145-BBACA25D7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C35C7-5AD0-4BB9-3A77-57B8F6E98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E76BB-C4E6-01DD-0010-DFAB60E04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6155BA-6C21-6D44-D931-86BD255FEB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475" y="-25532"/>
            <a:ext cx="1047475" cy="104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9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54BE-9621-56F0-9219-A17957FDF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43CC7-D7C2-023B-1C8F-090430ACA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24881-EEE8-DDD3-EDE0-54CB2733B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64512-393A-A3D4-FBDE-1188EEFE4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3AABB-DAFA-7136-A2A0-006C345DB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6C1CE-5C88-9011-ACE6-158D2F0C1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6C0D66-B5E9-C6AD-EA77-082BD6D5DB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475" y="-25532"/>
            <a:ext cx="1047475" cy="104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66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BE0DF-359C-3772-3B71-EFDA2F53A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212C9-60ED-12F0-F460-F845501C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5B4BAC-BCEB-BBCA-0A5F-25EFD4F3A5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475" y="-25532"/>
            <a:ext cx="1047475" cy="104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9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2C46D-2B95-949D-3D28-C145FC36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5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4F23-B588-F794-09EC-A2398E2BB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556CA-F0FE-7F30-B301-68E86B42D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5B6BF-FC9D-7271-45F2-8A2CDC471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51AB9-EA21-649F-D191-F1AC7A87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9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EF64-BD0E-7FFD-41EF-96D6A2913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D307B4-313F-A6E9-69DA-57E1B9E03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F3271-8CA8-9B7C-8ED5-D3E0D8F23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F880D-EF92-559D-6033-0C6E972C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6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28D9B-387D-38BF-CFF6-74C54DBC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EFC8C8-5343-9FD0-1205-5ED3586DA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401AF-A25D-1B2E-85CC-A8223D7F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38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6F6999-1A20-3F30-1A01-EF7DEE430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1003C-3203-B1B0-D7FA-247447BB0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57813-20CF-6AD1-51DD-95ACB0B1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6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527C1B2-D306-5234-FCB6-417DA2E74BB8}"/>
              </a:ext>
            </a:extLst>
          </p:cNvPr>
          <p:cNvSpPr/>
          <p:nvPr userDrawn="1"/>
        </p:nvSpPr>
        <p:spPr>
          <a:xfrm>
            <a:off x="0" y="6366"/>
            <a:ext cx="12188949" cy="6883533"/>
          </a:xfrm>
          <a:prstGeom prst="rect">
            <a:avLst/>
          </a:prstGeom>
          <a:gradFill flip="none" rotWithShape="1">
            <a:gsLst>
              <a:gs pos="0">
                <a:srgbClr val="CDDFE5">
                  <a:alpha val="91000"/>
                </a:srgbClr>
              </a:gs>
              <a:gs pos="30000">
                <a:srgbClr val="FBF9D9">
                  <a:alpha val="90000"/>
                </a:srgbClr>
              </a:gs>
              <a:gs pos="100000">
                <a:srgbClr val="F0EFD9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C389EA-4E88-4DB2-DE6D-8FD6A4839D49}"/>
              </a:ext>
            </a:extLst>
          </p:cNvPr>
          <p:cNvSpPr/>
          <p:nvPr userDrawn="1"/>
        </p:nvSpPr>
        <p:spPr>
          <a:xfrm>
            <a:off x="10633" y="-12512"/>
            <a:ext cx="12192000" cy="905228"/>
          </a:xfrm>
          <a:prstGeom prst="rect">
            <a:avLst/>
          </a:prstGeom>
          <a:gradFill>
            <a:gsLst>
              <a:gs pos="0">
                <a:srgbClr val="EBEBD1"/>
              </a:gs>
              <a:gs pos="30000">
                <a:srgbClr val="FBF9D9"/>
              </a:gs>
              <a:gs pos="100000">
                <a:srgbClr val="F0EFD9"/>
              </a:gs>
            </a:gsLst>
            <a:lin ang="10800000" scaled="1"/>
          </a:gra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68E77-43C7-C229-9E42-88482BF4F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472CE09-311C-4CDB-87AD-5FE14EBCB3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C85BD5-EE8B-11F4-28D8-9421929526E2}"/>
              </a:ext>
            </a:extLst>
          </p:cNvPr>
          <p:cNvSpPr/>
          <p:nvPr userDrawn="1"/>
        </p:nvSpPr>
        <p:spPr>
          <a:xfrm>
            <a:off x="11461072" y="6459624"/>
            <a:ext cx="621437" cy="365125"/>
          </a:xfrm>
          <a:prstGeom prst="rect">
            <a:avLst/>
          </a:prstGeom>
          <a:solidFill>
            <a:srgbClr val="E3E1B7"/>
          </a:solidFill>
        </p:spPr>
        <p:txBody>
          <a:bodyPr/>
          <a:lstStyle/>
          <a:p>
            <a:pPr lvl="0"/>
            <a:endParaRPr lang="en-US" sz="1600" b="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090BF7-2D25-BFDB-733C-742A7A37279C}"/>
              </a:ext>
            </a:extLst>
          </p:cNvPr>
          <p:cNvSpPr/>
          <p:nvPr userDrawn="1"/>
        </p:nvSpPr>
        <p:spPr>
          <a:xfrm>
            <a:off x="0" y="6366"/>
            <a:ext cx="264741" cy="6870684"/>
          </a:xfrm>
          <a:prstGeom prst="rect">
            <a:avLst/>
          </a:prstGeom>
          <a:gradFill>
            <a:gsLst>
              <a:gs pos="0">
                <a:srgbClr val="F0EFD9"/>
              </a:gs>
              <a:gs pos="66000">
                <a:srgbClr val="FBF9D9"/>
              </a:gs>
              <a:gs pos="100000">
                <a:srgbClr val="EBE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8CC72BD-F9D4-1C23-2FA6-E96748298632}"/>
              </a:ext>
            </a:extLst>
          </p:cNvPr>
          <p:cNvSpPr txBox="1">
            <a:spLocks/>
          </p:cNvSpPr>
          <p:nvPr userDrawn="1"/>
        </p:nvSpPr>
        <p:spPr>
          <a:xfrm>
            <a:off x="0" y="6464095"/>
            <a:ext cx="2183907" cy="365125"/>
          </a:xfrm>
          <a:prstGeom prst="rect">
            <a:avLst/>
          </a:prstGeom>
          <a:solidFill>
            <a:srgbClr val="E3E1B7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Artificial Intelligence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0F9B76-8E9D-77D0-5516-D841DE795BB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90" b="8870"/>
          <a:stretch>
            <a:fillRect/>
          </a:stretch>
        </p:blipFill>
        <p:spPr>
          <a:xfrm>
            <a:off x="0" y="0"/>
            <a:ext cx="12202634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CCBC0-7F92-F92F-3AA1-0BDB8B916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592" y="994521"/>
            <a:ext cx="11844331" cy="5690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</a:t>
            </a:r>
            <a:r>
              <a:rPr lang="en-US" dirty="0" err="1"/>
              <a:t>fksdfkljaslkfjlkasjflkajslfkjalskf</a:t>
            </a:r>
            <a:r>
              <a:rPr lang="en-US" dirty="0"/>
              <a:t> </a:t>
            </a:r>
            <a:r>
              <a:rPr lang="en-US" dirty="0" err="1"/>
              <a:t>jas</a:t>
            </a:r>
            <a:r>
              <a:rPr lang="en-US" dirty="0"/>
              <a:t> </a:t>
            </a:r>
            <a:r>
              <a:rPr lang="en-US" dirty="0" err="1"/>
              <a:t>fkljasl</a:t>
            </a:r>
            <a:r>
              <a:rPr lang="en-US" dirty="0"/>
              <a:t> </a:t>
            </a:r>
            <a:r>
              <a:rPr lang="en-US" dirty="0" err="1"/>
              <a:t>fjlas</a:t>
            </a:r>
            <a:r>
              <a:rPr lang="en-US" dirty="0"/>
              <a:t> </a:t>
            </a:r>
            <a:r>
              <a:rPr lang="en-US" dirty="0" err="1"/>
              <a:t>flkajsfjjaslfjalskfjlasjflsajlfjaslfjl</a:t>
            </a:r>
            <a:endParaRPr lang="en-US" dirty="0"/>
          </a:p>
          <a:p>
            <a:pPr lvl="0"/>
            <a:r>
              <a:rPr lang="en-US" dirty="0"/>
              <a:t>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01503D-3365-9FDA-1D27-9F09309E3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" y="47830"/>
            <a:ext cx="11844331" cy="873330"/>
          </a:xfrm>
          <a:custGeom>
            <a:avLst/>
            <a:gdLst>
              <a:gd name="csX0" fmla="*/ 0 w 11844331"/>
              <a:gd name="csY0" fmla="*/ 0 h 873330"/>
              <a:gd name="csX1" fmla="*/ 592217 w 11844331"/>
              <a:gd name="csY1" fmla="*/ 0 h 873330"/>
              <a:gd name="csX2" fmla="*/ 1184433 w 11844331"/>
              <a:gd name="csY2" fmla="*/ 0 h 873330"/>
              <a:gd name="csX3" fmla="*/ 2013536 w 11844331"/>
              <a:gd name="csY3" fmla="*/ 0 h 873330"/>
              <a:gd name="csX4" fmla="*/ 2724196 w 11844331"/>
              <a:gd name="csY4" fmla="*/ 0 h 873330"/>
              <a:gd name="csX5" fmla="*/ 3434856 w 11844331"/>
              <a:gd name="csY5" fmla="*/ 0 h 873330"/>
              <a:gd name="csX6" fmla="*/ 3790186 w 11844331"/>
              <a:gd name="csY6" fmla="*/ 0 h 873330"/>
              <a:gd name="csX7" fmla="*/ 4145516 w 11844331"/>
              <a:gd name="csY7" fmla="*/ 0 h 873330"/>
              <a:gd name="csX8" fmla="*/ 4856176 w 11844331"/>
              <a:gd name="csY8" fmla="*/ 0 h 873330"/>
              <a:gd name="csX9" fmla="*/ 5329949 w 11844331"/>
              <a:gd name="csY9" fmla="*/ 0 h 873330"/>
              <a:gd name="csX10" fmla="*/ 5685279 w 11844331"/>
              <a:gd name="csY10" fmla="*/ 0 h 873330"/>
              <a:gd name="csX11" fmla="*/ 6159052 w 11844331"/>
              <a:gd name="csY11" fmla="*/ 0 h 873330"/>
              <a:gd name="csX12" fmla="*/ 6632825 w 11844331"/>
              <a:gd name="csY12" fmla="*/ 0 h 873330"/>
              <a:gd name="csX13" fmla="*/ 7343485 w 11844331"/>
              <a:gd name="csY13" fmla="*/ 0 h 873330"/>
              <a:gd name="csX14" fmla="*/ 7580372 w 11844331"/>
              <a:gd name="csY14" fmla="*/ 0 h 873330"/>
              <a:gd name="csX15" fmla="*/ 8172588 w 11844331"/>
              <a:gd name="csY15" fmla="*/ 0 h 873330"/>
              <a:gd name="csX16" fmla="*/ 8883248 w 11844331"/>
              <a:gd name="csY16" fmla="*/ 0 h 873330"/>
              <a:gd name="csX17" fmla="*/ 9120135 w 11844331"/>
              <a:gd name="csY17" fmla="*/ 0 h 873330"/>
              <a:gd name="csX18" fmla="*/ 9593908 w 11844331"/>
              <a:gd name="csY18" fmla="*/ 0 h 873330"/>
              <a:gd name="csX19" fmla="*/ 10304568 w 11844331"/>
              <a:gd name="csY19" fmla="*/ 0 h 873330"/>
              <a:gd name="csX20" fmla="*/ 11015228 w 11844331"/>
              <a:gd name="csY20" fmla="*/ 0 h 873330"/>
              <a:gd name="csX21" fmla="*/ 11844331 w 11844331"/>
              <a:gd name="csY21" fmla="*/ 0 h 873330"/>
              <a:gd name="csX22" fmla="*/ 11844331 w 11844331"/>
              <a:gd name="csY22" fmla="*/ 427932 h 873330"/>
              <a:gd name="csX23" fmla="*/ 11844331 w 11844331"/>
              <a:gd name="csY23" fmla="*/ 873330 h 873330"/>
              <a:gd name="csX24" fmla="*/ 11607444 w 11844331"/>
              <a:gd name="csY24" fmla="*/ 873330 h 873330"/>
              <a:gd name="csX25" fmla="*/ 11015228 w 11844331"/>
              <a:gd name="csY25" fmla="*/ 873330 h 873330"/>
              <a:gd name="csX26" fmla="*/ 10304568 w 11844331"/>
              <a:gd name="csY26" fmla="*/ 873330 h 873330"/>
              <a:gd name="csX27" fmla="*/ 9475465 w 11844331"/>
              <a:gd name="csY27" fmla="*/ 873330 h 873330"/>
              <a:gd name="csX28" fmla="*/ 8883248 w 11844331"/>
              <a:gd name="csY28" fmla="*/ 873330 h 873330"/>
              <a:gd name="csX29" fmla="*/ 8646362 w 11844331"/>
              <a:gd name="csY29" fmla="*/ 873330 h 873330"/>
              <a:gd name="csX30" fmla="*/ 8172588 w 11844331"/>
              <a:gd name="csY30" fmla="*/ 873330 h 873330"/>
              <a:gd name="csX31" fmla="*/ 7343485 w 11844331"/>
              <a:gd name="csY31" fmla="*/ 873330 h 873330"/>
              <a:gd name="csX32" fmla="*/ 6632825 w 11844331"/>
              <a:gd name="csY32" fmla="*/ 873330 h 873330"/>
              <a:gd name="csX33" fmla="*/ 6395939 w 11844331"/>
              <a:gd name="csY33" fmla="*/ 873330 h 873330"/>
              <a:gd name="csX34" fmla="*/ 5922166 w 11844331"/>
              <a:gd name="csY34" fmla="*/ 873330 h 873330"/>
              <a:gd name="csX35" fmla="*/ 5448392 w 11844331"/>
              <a:gd name="csY35" fmla="*/ 873330 h 873330"/>
              <a:gd name="csX36" fmla="*/ 4856176 w 11844331"/>
              <a:gd name="csY36" fmla="*/ 873330 h 873330"/>
              <a:gd name="csX37" fmla="*/ 4263959 w 11844331"/>
              <a:gd name="csY37" fmla="*/ 873330 h 873330"/>
              <a:gd name="csX38" fmla="*/ 3434856 w 11844331"/>
              <a:gd name="csY38" fmla="*/ 873330 h 873330"/>
              <a:gd name="csX39" fmla="*/ 2842639 w 11844331"/>
              <a:gd name="csY39" fmla="*/ 873330 h 873330"/>
              <a:gd name="csX40" fmla="*/ 2605753 w 11844331"/>
              <a:gd name="csY40" fmla="*/ 873330 h 873330"/>
              <a:gd name="csX41" fmla="*/ 2131980 w 11844331"/>
              <a:gd name="csY41" fmla="*/ 873330 h 873330"/>
              <a:gd name="csX42" fmla="*/ 1776650 w 11844331"/>
              <a:gd name="csY42" fmla="*/ 873330 h 873330"/>
              <a:gd name="csX43" fmla="*/ 1539763 w 11844331"/>
              <a:gd name="csY43" fmla="*/ 873330 h 873330"/>
              <a:gd name="csX44" fmla="*/ 1302876 w 11844331"/>
              <a:gd name="csY44" fmla="*/ 873330 h 873330"/>
              <a:gd name="csX45" fmla="*/ 947546 w 11844331"/>
              <a:gd name="csY45" fmla="*/ 873330 h 873330"/>
              <a:gd name="csX46" fmla="*/ 0 w 11844331"/>
              <a:gd name="csY46" fmla="*/ 873330 h 873330"/>
              <a:gd name="csX47" fmla="*/ 0 w 11844331"/>
              <a:gd name="csY47" fmla="*/ 445398 h 873330"/>
              <a:gd name="csX48" fmla="*/ 0 w 11844331"/>
              <a:gd name="csY48" fmla="*/ 0 h 87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11844331" h="873330" fill="none" extrusionOk="0">
                <a:moveTo>
                  <a:pt x="0" y="0"/>
                </a:moveTo>
                <a:cubicBezTo>
                  <a:pt x="270927" y="-19824"/>
                  <a:pt x="427695" y="59442"/>
                  <a:pt x="592217" y="0"/>
                </a:cubicBezTo>
                <a:cubicBezTo>
                  <a:pt x="756739" y="-59442"/>
                  <a:pt x="940537" y="37335"/>
                  <a:pt x="1184433" y="0"/>
                </a:cubicBezTo>
                <a:cubicBezTo>
                  <a:pt x="1428329" y="-37335"/>
                  <a:pt x="1731061" y="51534"/>
                  <a:pt x="2013536" y="0"/>
                </a:cubicBezTo>
                <a:cubicBezTo>
                  <a:pt x="2296011" y="-51534"/>
                  <a:pt x="2541533" y="77861"/>
                  <a:pt x="2724196" y="0"/>
                </a:cubicBezTo>
                <a:cubicBezTo>
                  <a:pt x="2906859" y="-77861"/>
                  <a:pt x="3152934" y="5579"/>
                  <a:pt x="3434856" y="0"/>
                </a:cubicBezTo>
                <a:cubicBezTo>
                  <a:pt x="3716778" y="-5579"/>
                  <a:pt x="3673575" y="33245"/>
                  <a:pt x="3790186" y="0"/>
                </a:cubicBezTo>
                <a:cubicBezTo>
                  <a:pt x="3906797" y="-33245"/>
                  <a:pt x="4013296" y="23989"/>
                  <a:pt x="4145516" y="0"/>
                </a:cubicBezTo>
                <a:cubicBezTo>
                  <a:pt x="4277736" y="-23989"/>
                  <a:pt x="4558617" y="43552"/>
                  <a:pt x="4856176" y="0"/>
                </a:cubicBezTo>
                <a:cubicBezTo>
                  <a:pt x="5153735" y="-43552"/>
                  <a:pt x="5121499" y="38721"/>
                  <a:pt x="5329949" y="0"/>
                </a:cubicBezTo>
                <a:cubicBezTo>
                  <a:pt x="5538399" y="-38721"/>
                  <a:pt x="5543269" y="13403"/>
                  <a:pt x="5685279" y="0"/>
                </a:cubicBezTo>
                <a:cubicBezTo>
                  <a:pt x="5827289" y="-13403"/>
                  <a:pt x="6018131" y="18960"/>
                  <a:pt x="6159052" y="0"/>
                </a:cubicBezTo>
                <a:cubicBezTo>
                  <a:pt x="6299973" y="-18960"/>
                  <a:pt x="6478077" y="19919"/>
                  <a:pt x="6632825" y="0"/>
                </a:cubicBezTo>
                <a:cubicBezTo>
                  <a:pt x="6787573" y="-19919"/>
                  <a:pt x="7193235" y="77165"/>
                  <a:pt x="7343485" y="0"/>
                </a:cubicBezTo>
                <a:cubicBezTo>
                  <a:pt x="7493735" y="-77165"/>
                  <a:pt x="7491739" y="21635"/>
                  <a:pt x="7580372" y="0"/>
                </a:cubicBezTo>
                <a:cubicBezTo>
                  <a:pt x="7669005" y="-21635"/>
                  <a:pt x="7973931" y="63615"/>
                  <a:pt x="8172588" y="0"/>
                </a:cubicBezTo>
                <a:cubicBezTo>
                  <a:pt x="8371245" y="-63615"/>
                  <a:pt x="8579842" y="28313"/>
                  <a:pt x="8883248" y="0"/>
                </a:cubicBezTo>
                <a:cubicBezTo>
                  <a:pt x="9186654" y="-28313"/>
                  <a:pt x="9040187" y="19746"/>
                  <a:pt x="9120135" y="0"/>
                </a:cubicBezTo>
                <a:cubicBezTo>
                  <a:pt x="9200083" y="-19746"/>
                  <a:pt x="9468577" y="5640"/>
                  <a:pt x="9593908" y="0"/>
                </a:cubicBezTo>
                <a:cubicBezTo>
                  <a:pt x="9719239" y="-5640"/>
                  <a:pt x="10152564" y="3303"/>
                  <a:pt x="10304568" y="0"/>
                </a:cubicBezTo>
                <a:cubicBezTo>
                  <a:pt x="10456572" y="-3303"/>
                  <a:pt x="10860432" y="8536"/>
                  <a:pt x="11015228" y="0"/>
                </a:cubicBezTo>
                <a:cubicBezTo>
                  <a:pt x="11170024" y="-8536"/>
                  <a:pt x="11519540" y="37311"/>
                  <a:pt x="11844331" y="0"/>
                </a:cubicBezTo>
                <a:cubicBezTo>
                  <a:pt x="11874443" y="121750"/>
                  <a:pt x="11802629" y="296030"/>
                  <a:pt x="11844331" y="427932"/>
                </a:cubicBezTo>
                <a:cubicBezTo>
                  <a:pt x="11886033" y="559834"/>
                  <a:pt x="11826103" y="679853"/>
                  <a:pt x="11844331" y="873330"/>
                </a:cubicBezTo>
                <a:cubicBezTo>
                  <a:pt x="11727743" y="880429"/>
                  <a:pt x="11684127" y="858728"/>
                  <a:pt x="11607444" y="873330"/>
                </a:cubicBezTo>
                <a:cubicBezTo>
                  <a:pt x="11530761" y="887932"/>
                  <a:pt x="11273180" y="826752"/>
                  <a:pt x="11015228" y="873330"/>
                </a:cubicBezTo>
                <a:cubicBezTo>
                  <a:pt x="10757276" y="919908"/>
                  <a:pt x="10644079" y="857736"/>
                  <a:pt x="10304568" y="873330"/>
                </a:cubicBezTo>
                <a:cubicBezTo>
                  <a:pt x="9965057" y="888924"/>
                  <a:pt x="9705206" y="788991"/>
                  <a:pt x="9475465" y="873330"/>
                </a:cubicBezTo>
                <a:cubicBezTo>
                  <a:pt x="9245724" y="957669"/>
                  <a:pt x="9103534" y="855173"/>
                  <a:pt x="8883248" y="873330"/>
                </a:cubicBezTo>
                <a:cubicBezTo>
                  <a:pt x="8662962" y="891487"/>
                  <a:pt x="8715935" y="853082"/>
                  <a:pt x="8646362" y="873330"/>
                </a:cubicBezTo>
                <a:cubicBezTo>
                  <a:pt x="8576789" y="893578"/>
                  <a:pt x="8277414" y="855044"/>
                  <a:pt x="8172588" y="873330"/>
                </a:cubicBezTo>
                <a:cubicBezTo>
                  <a:pt x="8067762" y="891616"/>
                  <a:pt x="7708384" y="817930"/>
                  <a:pt x="7343485" y="873330"/>
                </a:cubicBezTo>
                <a:cubicBezTo>
                  <a:pt x="6978586" y="928730"/>
                  <a:pt x="6987287" y="873041"/>
                  <a:pt x="6632825" y="873330"/>
                </a:cubicBezTo>
                <a:cubicBezTo>
                  <a:pt x="6278363" y="873619"/>
                  <a:pt x="6501548" y="859538"/>
                  <a:pt x="6395939" y="873330"/>
                </a:cubicBezTo>
                <a:cubicBezTo>
                  <a:pt x="6290330" y="887122"/>
                  <a:pt x="6132219" y="831180"/>
                  <a:pt x="5922166" y="873330"/>
                </a:cubicBezTo>
                <a:cubicBezTo>
                  <a:pt x="5712113" y="915480"/>
                  <a:pt x="5675734" y="853549"/>
                  <a:pt x="5448392" y="873330"/>
                </a:cubicBezTo>
                <a:cubicBezTo>
                  <a:pt x="5221050" y="893111"/>
                  <a:pt x="5122986" y="873232"/>
                  <a:pt x="4856176" y="873330"/>
                </a:cubicBezTo>
                <a:cubicBezTo>
                  <a:pt x="4589366" y="873428"/>
                  <a:pt x="4521253" y="866961"/>
                  <a:pt x="4263959" y="873330"/>
                </a:cubicBezTo>
                <a:cubicBezTo>
                  <a:pt x="4006665" y="879699"/>
                  <a:pt x="3686300" y="779431"/>
                  <a:pt x="3434856" y="873330"/>
                </a:cubicBezTo>
                <a:cubicBezTo>
                  <a:pt x="3183412" y="967229"/>
                  <a:pt x="3070407" y="854029"/>
                  <a:pt x="2842639" y="873330"/>
                </a:cubicBezTo>
                <a:cubicBezTo>
                  <a:pt x="2614871" y="892631"/>
                  <a:pt x="2696929" y="860990"/>
                  <a:pt x="2605753" y="873330"/>
                </a:cubicBezTo>
                <a:cubicBezTo>
                  <a:pt x="2514577" y="885670"/>
                  <a:pt x="2248092" y="854383"/>
                  <a:pt x="2131980" y="873330"/>
                </a:cubicBezTo>
                <a:cubicBezTo>
                  <a:pt x="2015868" y="892277"/>
                  <a:pt x="1922868" y="847613"/>
                  <a:pt x="1776650" y="873330"/>
                </a:cubicBezTo>
                <a:cubicBezTo>
                  <a:pt x="1630432" y="899047"/>
                  <a:pt x="1653330" y="857938"/>
                  <a:pt x="1539763" y="873330"/>
                </a:cubicBezTo>
                <a:cubicBezTo>
                  <a:pt x="1426196" y="888722"/>
                  <a:pt x="1417096" y="854012"/>
                  <a:pt x="1302876" y="873330"/>
                </a:cubicBezTo>
                <a:cubicBezTo>
                  <a:pt x="1188656" y="892648"/>
                  <a:pt x="1084516" y="837815"/>
                  <a:pt x="947546" y="873330"/>
                </a:cubicBezTo>
                <a:cubicBezTo>
                  <a:pt x="810576" y="908845"/>
                  <a:pt x="294039" y="849989"/>
                  <a:pt x="0" y="873330"/>
                </a:cubicBezTo>
                <a:cubicBezTo>
                  <a:pt x="-7987" y="684011"/>
                  <a:pt x="33766" y="552509"/>
                  <a:pt x="0" y="445398"/>
                </a:cubicBezTo>
                <a:cubicBezTo>
                  <a:pt x="-33766" y="338287"/>
                  <a:pt x="16368" y="165599"/>
                  <a:pt x="0" y="0"/>
                </a:cubicBezTo>
                <a:close/>
              </a:path>
              <a:path w="11844331" h="873330" stroke="0" extrusionOk="0">
                <a:moveTo>
                  <a:pt x="0" y="0"/>
                </a:moveTo>
                <a:cubicBezTo>
                  <a:pt x="95498" y="-22934"/>
                  <a:pt x="164284" y="17160"/>
                  <a:pt x="236887" y="0"/>
                </a:cubicBezTo>
                <a:cubicBezTo>
                  <a:pt x="309490" y="-17160"/>
                  <a:pt x="396156" y="4738"/>
                  <a:pt x="473773" y="0"/>
                </a:cubicBezTo>
                <a:cubicBezTo>
                  <a:pt x="551390" y="-4738"/>
                  <a:pt x="791386" y="31761"/>
                  <a:pt x="947546" y="0"/>
                </a:cubicBezTo>
                <a:cubicBezTo>
                  <a:pt x="1103706" y="-31761"/>
                  <a:pt x="1427597" y="27538"/>
                  <a:pt x="1658206" y="0"/>
                </a:cubicBezTo>
                <a:cubicBezTo>
                  <a:pt x="1888815" y="-27538"/>
                  <a:pt x="2165639" y="6553"/>
                  <a:pt x="2487310" y="0"/>
                </a:cubicBezTo>
                <a:cubicBezTo>
                  <a:pt x="2808981" y="-6553"/>
                  <a:pt x="2729476" y="769"/>
                  <a:pt x="2961083" y="0"/>
                </a:cubicBezTo>
                <a:cubicBezTo>
                  <a:pt x="3192690" y="-769"/>
                  <a:pt x="3123671" y="24073"/>
                  <a:pt x="3197969" y="0"/>
                </a:cubicBezTo>
                <a:cubicBezTo>
                  <a:pt x="3272267" y="-24073"/>
                  <a:pt x="3473726" y="1508"/>
                  <a:pt x="3553299" y="0"/>
                </a:cubicBezTo>
                <a:cubicBezTo>
                  <a:pt x="3632872" y="-1508"/>
                  <a:pt x="3763109" y="4132"/>
                  <a:pt x="3908629" y="0"/>
                </a:cubicBezTo>
                <a:cubicBezTo>
                  <a:pt x="4054149" y="-4132"/>
                  <a:pt x="4038082" y="23133"/>
                  <a:pt x="4145516" y="0"/>
                </a:cubicBezTo>
                <a:cubicBezTo>
                  <a:pt x="4252950" y="-23133"/>
                  <a:pt x="4511737" y="32862"/>
                  <a:pt x="4737732" y="0"/>
                </a:cubicBezTo>
                <a:cubicBezTo>
                  <a:pt x="4963727" y="-32862"/>
                  <a:pt x="4988240" y="37034"/>
                  <a:pt x="5211506" y="0"/>
                </a:cubicBezTo>
                <a:cubicBezTo>
                  <a:pt x="5434772" y="-37034"/>
                  <a:pt x="5465028" y="5034"/>
                  <a:pt x="5566836" y="0"/>
                </a:cubicBezTo>
                <a:cubicBezTo>
                  <a:pt x="5668644" y="-5034"/>
                  <a:pt x="5812848" y="26983"/>
                  <a:pt x="5922166" y="0"/>
                </a:cubicBezTo>
                <a:cubicBezTo>
                  <a:pt x="6031484" y="-26983"/>
                  <a:pt x="6164202" y="19934"/>
                  <a:pt x="6277495" y="0"/>
                </a:cubicBezTo>
                <a:cubicBezTo>
                  <a:pt x="6390788" y="-19934"/>
                  <a:pt x="6792426" y="11343"/>
                  <a:pt x="6988155" y="0"/>
                </a:cubicBezTo>
                <a:cubicBezTo>
                  <a:pt x="7183884" y="-11343"/>
                  <a:pt x="7387713" y="32682"/>
                  <a:pt x="7580372" y="0"/>
                </a:cubicBezTo>
                <a:cubicBezTo>
                  <a:pt x="7773031" y="-32682"/>
                  <a:pt x="7994714" y="7801"/>
                  <a:pt x="8291032" y="0"/>
                </a:cubicBezTo>
                <a:cubicBezTo>
                  <a:pt x="8587350" y="-7801"/>
                  <a:pt x="8743275" y="54830"/>
                  <a:pt x="8883248" y="0"/>
                </a:cubicBezTo>
                <a:cubicBezTo>
                  <a:pt x="9023221" y="-54830"/>
                  <a:pt x="9070013" y="21000"/>
                  <a:pt x="9120135" y="0"/>
                </a:cubicBezTo>
                <a:cubicBezTo>
                  <a:pt x="9170257" y="-21000"/>
                  <a:pt x="9403067" y="13474"/>
                  <a:pt x="9475465" y="0"/>
                </a:cubicBezTo>
                <a:cubicBezTo>
                  <a:pt x="9547863" y="-13474"/>
                  <a:pt x="9651036" y="25635"/>
                  <a:pt x="9712351" y="0"/>
                </a:cubicBezTo>
                <a:cubicBezTo>
                  <a:pt x="9773666" y="-25635"/>
                  <a:pt x="9949622" y="21021"/>
                  <a:pt x="10186125" y="0"/>
                </a:cubicBezTo>
                <a:cubicBezTo>
                  <a:pt x="10422628" y="-21021"/>
                  <a:pt x="10558718" y="12879"/>
                  <a:pt x="10896785" y="0"/>
                </a:cubicBezTo>
                <a:cubicBezTo>
                  <a:pt x="11234852" y="-12879"/>
                  <a:pt x="11598813" y="107334"/>
                  <a:pt x="11844331" y="0"/>
                </a:cubicBezTo>
                <a:cubicBezTo>
                  <a:pt x="11850934" y="190766"/>
                  <a:pt x="11825288" y="327502"/>
                  <a:pt x="11844331" y="419198"/>
                </a:cubicBezTo>
                <a:cubicBezTo>
                  <a:pt x="11863374" y="510894"/>
                  <a:pt x="11812294" y="660491"/>
                  <a:pt x="11844331" y="873330"/>
                </a:cubicBezTo>
                <a:cubicBezTo>
                  <a:pt x="11696333" y="888670"/>
                  <a:pt x="11334177" y="788649"/>
                  <a:pt x="11133671" y="873330"/>
                </a:cubicBezTo>
                <a:cubicBezTo>
                  <a:pt x="10933165" y="958011"/>
                  <a:pt x="10991056" y="850288"/>
                  <a:pt x="10896785" y="873330"/>
                </a:cubicBezTo>
                <a:cubicBezTo>
                  <a:pt x="10802514" y="896372"/>
                  <a:pt x="10690012" y="853978"/>
                  <a:pt x="10541455" y="873330"/>
                </a:cubicBezTo>
                <a:cubicBezTo>
                  <a:pt x="10392898" y="892682"/>
                  <a:pt x="10218369" y="854633"/>
                  <a:pt x="9949238" y="873330"/>
                </a:cubicBezTo>
                <a:cubicBezTo>
                  <a:pt x="9680107" y="892027"/>
                  <a:pt x="9415906" y="838803"/>
                  <a:pt x="9120135" y="873330"/>
                </a:cubicBezTo>
                <a:cubicBezTo>
                  <a:pt x="8824364" y="907857"/>
                  <a:pt x="8465922" y="804351"/>
                  <a:pt x="8291032" y="873330"/>
                </a:cubicBezTo>
                <a:cubicBezTo>
                  <a:pt x="8116142" y="942309"/>
                  <a:pt x="7712026" y="823356"/>
                  <a:pt x="7461929" y="873330"/>
                </a:cubicBezTo>
                <a:cubicBezTo>
                  <a:pt x="7211832" y="923304"/>
                  <a:pt x="7278966" y="866557"/>
                  <a:pt x="7225042" y="873330"/>
                </a:cubicBezTo>
                <a:cubicBezTo>
                  <a:pt x="7171118" y="880103"/>
                  <a:pt x="6904107" y="846913"/>
                  <a:pt x="6751269" y="873330"/>
                </a:cubicBezTo>
                <a:cubicBezTo>
                  <a:pt x="6598431" y="899747"/>
                  <a:pt x="6498548" y="847314"/>
                  <a:pt x="6395939" y="873330"/>
                </a:cubicBezTo>
                <a:cubicBezTo>
                  <a:pt x="6293330" y="899346"/>
                  <a:pt x="5920347" y="845988"/>
                  <a:pt x="5685279" y="873330"/>
                </a:cubicBezTo>
                <a:cubicBezTo>
                  <a:pt x="5450211" y="900672"/>
                  <a:pt x="5382835" y="869168"/>
                  <a:pt x="5093062" y="873330"/>
                </a:cubicBezTo>
                <a:cubicBezTo>
                  <a:pt x="4803289" y="877492"/>
                  <a:pt x="4740081" y="867268"/>
                  <a:pt x="4619289" y="873330"/>
                </a:cubicBezTo>
                <a:cubicBezTo>
                  <a:pt x="4498497" y="879392"/>
                  <a:pt x="4317366" y="841219"/>
                  <a:pt x="4145516" y="873330"/>
                </a:cubicBezTo>
                <a:cubicBezTo>
                  <a:pt x="3973666" y="905441"/>
                  <a:pt x="3787910" y="839903"/>
                  <a:pt x="3671743" y="873330"/>
                </a:cubicBezTo>
                <a:cubicBezTo>
                  <a:pt x="3555576" y="906757"/>
                  <a:pt x="3485309" y="868795"/>
                  <a:pt x="3434856" y="873330"/>
                </a:cubicBezTo>
                <a:cubicBezTo>
                  <a:pt x="3384403" y="877865"/>
                  <a:pt x="3103689" y="849194"/>
                  <a:pt x="2961083" y="873330"/>
                </a:cubicBezTo>
                <a:cubicBezTo>
                  <a:pt x="2818477" y="897466"/>
                  <a:pt x="2837001" y="872677"/>
                  <a:pt x="2724196" y="873330"/>
                </a:cubicBezTo>
                <a:cubicBezTo>
                  <a:pt x="2611391" y="873983"/>
                  <a:pt x="2483633" y="853379"/>
                  <a:pt x="2368866" y="873330"/>
                </a:cubicBezTo>
                <a:cubicBezTo>
                  <a:pt x="2254099" y="893281"/>
                  <a:pt x="1795335" y="861485"/>
                  <a:pt x="1539763" y="873330"/>
                </a:cubicBezTo>
                <a:cubicBezTo>
                  <a:pt x="1284191" y="885175"/>
                  <a:pt x="1237461" y="859393"/>
                  <a:pt x="1065990" y="873330"/>
                </a:cubicBezTo>
                <a:cubicBezTo>
                  <a:pt x="894519" y="887267"/>
                  <a:pt x="314198" y="831062"/>
                  <a:pt x="0" y="873330"/>
                </a:cubicBezTo>
                <a:cubicBezTo>
                  <a:pt x="-30149" y="762877"/>
                  <a:pt x="52705" y="586788"/>
                  <a:pt x="0" y="427932"/>
                </a:cubicBezTo>
                <a:cubicBezTo>
                  <a:pt x="-52705" y="269076"/>
                  <a:pt x="6258" y="137006"/>
                  <a:pt x="0" y="0"/>
                </a:cubicBez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 w="12700">
            <a:solidFill>
              <a:schemeClr val="accent6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357414760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281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678D8-39C5-136D-7DE7-C372254E5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308" y="2696547"/>
            <a:ext cx="11073384" cy="1108431"/>
          </a:xfrm>
        </p:spPr>
        <p:txBody>
          <a:bodyPr>
            <a:normAutofit/>
          </a:bodyPr>
          <a:lstStyle/>
          <a:p>
            <a:r>
              <a:rPr lang="en-US" sz="6600" noProof="0" dirty="0"/>
              <a:t>CS312 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AE1AE-E1E7-EFE4-AB97-134DB7127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3225" y="4814596"/>
            <a:ext cx="9144000" cy="1873541"/>
          </a:xfrm>
        </p:spPr>
        <p:txBody>
          <a:bodyPr>
            <a:normAutofit/>
          </a:bodyPr>
          <a:lstStyle/>
          <a:p>
            <a:pPr algn="r"/>
            <a:r>
              <a:rPr lang="en-US" b="1" noProof="0" dirty="0">
                <a:highlight>
                  <a:srgbClr val="00FFFF"/>
                </a:highlight>
              </a:rPr>
              <a:t>Lecture  #  07</a:t>
            </a:r>
          </a:p>
          <a:p>
            <a:pPr algn="r"/>
            <a:r>
              <a:rPr lang="en-US" b="1" noProof="0" dirty="0"/>
              <a:t>HITEC University, Taxila</a:t>
            </a:r>
          </a:p>
          <a:p>
            <a:pPr algn="r"/>
            <a:r>
              <a:rPr lang="en-US" b="1" noProof="0" dirty="0"/>
              <a:t>Mr. Mubashir Iqbal</a:t>
            </a:r>
          </a:p>
          <a:p>
            <a:pPr algn="r"/>
            <a:r>
              <a:rPr lang="en-US" b="1" noProof="0" dirty="0"/>
              <a:t>Fall-2025</a:t>
            </a:r>
          </a:p>
        </p:txBody>
      </p:sp>
    </p:spTree>
    <p:extLst>
      <p:ext uri="{BB962C8B-B14F-4D97-AF65-F5344CB8AC3E}">
        <p14:creationId xmlns:p14="http://schemas.microsoft.com/office/powerpoint/2010/main" val="39317211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wind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C066-B27D-AA38-885C-2397EF3ED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Lecture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6D9A2-03FB-796F-DEE1-8BF6927A2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Expert Systems &amp; Inference Mechanisms:</a:t>
            </a:r>
          </a:p>
          <a:p>
            <a:pPr lvl="1"/>
            <a:r>
              <a:rPr lang="en-GB" dirty="0"/>
              <a:t>Architecture of Expert Systems</a:t>
            </a:r>
          </a:p>
          <a:p>
            <a:pPr lvl="1"/>
            <a:r>
              <a:rPr lang="en-GB" dirty="0"/>
              <a:t>Significance of Inference Engine in Expert Systems</a:t>
            </a:r>
          </a:p>
          <a:p>
            <a:pPr lvl="1"/>
            <a:r>
              <a:rPr lang="en-GB" dirty="0"/>
              <a:t>Knowledge Acquisition in AI</a:t>
            </a:r>
          </a:p>
          <a:p>
            <a:pPr lvl="1"/>
            <a:r>
              <a:rPr lang="en-GB" dirty="0"/>
              <a:t>Rule-Based Systems vs. Case-Based Systems</a:t>
            </a:r>
            <a:endParaRPr lang="en-GB" b="1" dirty="0"/>
          </a:p>
          <a:p>
            <a:pPr marL="0" indent="0">
              <a:buNone/>
            </a:pPr>
            <a:r>
              <a:rPr lang="en-GB" b="1" dirty="0"/>
              <a:t>Knowledge Representation Expansion: </a:t>
            </a:r>
          </a:p>
          <a:p>
            <a:pPr lvl="1"/>
            <a:r>
              <a:rPr lang="en-GB" dirty="0"/>
              <a:t>Types of Knowledge in AI (Procedural, Declarative, Meta, Heuristic, Structural)</a:t>
            </a:r>
          </a:p>
          <a:p>
            <a:pPr lvl="1"/>
            <a:r>
              <a:rPr lang="en-GB" dirty="0"/>
              <a:t>Semantic Networks (Components and Examples)</a:t>
            </a:r>
          </a:p>
          <a:p>
            <a:pPr lvl="1"/>
            <a:r>
              <a:rPr lang="en-GB" dirty="0"/>
              <a:t>Frames for knowledge Representation (Attributes, Reasoning Actions)</a:t>
            </a:r>
          </a:p>
          <a:p>
            <a:pPr lvl="1"/>
            <a:r>
              <a:rPr lang="en-GB" dirty="0"/>
              <a:t>Scripts in knowledge Representation – (Structure and Representation)</a:t>
            </a:r>
          </a:p>
          <a:p>
            <a:pPr lvl="1"/>
            <a:r>
              <a:rPr lang="en-GB" dirty="0"/>
              <a:t>Bayes Theorem and Bayesian Belief Networks in AI</a:t>
            </a:r>
          </a:p>
          <a:p>
            <a:pPr marL="0" indent="0">
              <a:buNone/>
            </a:pPr>
            <a:r>
              <a:rPr lang="en-GB" b="1" dirty="0"/>
              <a:t>Adversarial Search &amp; Game Theory in AI:</a:t>
            </a:r>
          </a:p>
          <a:p>
            <a:pPr lvl="1"/>
            <a:r>
              <a:rPr lang="en-GB" dirty="0"/>
              <a:t>Introduction to Adversarial Search</a:t>
            </a:r>
          </a:p>
          <a:p>
            <a:pPr lvl="1"/>
            <a:r>
              <a:rPr lang="en-GB" dirty="0"/>
              <a:t>Minimax Algorithm and Its Applications</a:t>
            </a:r>
          </a:p>
          <a:p>
            <a:pPr lvl="1"/>
            <a:r>
              <a:rPr lang="en-GB" dirty="0"/>
              <a:t>Alpha-Beta Pruning for Optimization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59F48D-8FC8-EA4C-9F18-AB41CC3BC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z="1800" b="1" noProof="0" smtClean="0"/>
              <a:pPr/>
              <a:t>2</a:t>
            </a:fld>
            <a:endParaRPr lang="en-US" sz="1800" b="1" noProof="0" dirty="0"/>
          </a:p>
        </p:txBody>
      </p:sp>
    </p:spTree>
    <p:extLst>
      <p:ext uri="{BB962C8B-B14F-4D97-AF65-F5344CB8AC3E}">
        <p14:creationId xmlns:p14="http://schemas.microsoft.com/office/powerpoint/2010/main" val="15727765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wind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7583-980E-4A0B-2CEA-5D178AF23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2469578"/>
            <a:ext cx="11073384" cy="1655762"/>
          </a:xfrm>
        </p:spPr>
        <p:txBody>
          <a:bodyPr>
            <a:normAutofit fontScale="90000"/>
          </a:bodyPr>
          <a:lstStyle/>
          <a:p>
            <a:r>
              <a:rPr lang="en-GB" dirty="0"/>
              <a:t>Expert Systems &amp; Inference Mechanisms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AE2F7-61EA-F92F-BF76-71C37D2FA9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863289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wind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1B846-8594-D06C-7F5B-67F51CB4D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Expert Systems &amp; Inference Mechanisms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69DF9-A42E-F96D-9A4A-6C5D2D7F4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An </a:t>
            </a:r>
            <a:r>
              <a:rPr lang="en-GB" b="1" dirty="0"/>
              <a:t>Expert System (ES)</a:t>
            </a:r>
            <a:r>
              <a:rPr lang="en-GB" dirty="0"/>
              <a:t> is an AI program designed to </a:t>
            </a:r>
            <a:r>
              <a:rPr lang="en-GB" b="1" dirty="0"/>
              <a:t>imitate the decision-making ability of a human expert</a:t>
            </a:r>
            <a:r>
              <a:rPr lang="en-GB" dirty="0"/>
              <a:t> in a specific domain.</a:t>
            </a:r>
            <a:br>
              <a:rPr lang="en-GB" dirty="0"/>
            </a:br>
            <a:r>
              <a:rPr lang="en-GB" dirty="0"/>
              <a:t>It uses </a:t>
            </a:r>
            <a:r>
              <a:rPr lang="en-GB" b="1" dirty="0"/>
              <a:t>knowledge</a:t>
            </a:r>
            <a:r>
              <a:rPr lang="en-GB" dirty="0"/>
              <a:t> instead of raw data and applies </a:t>
            </a:r>
            <a:r>
              <a:rPr lang="en-GB" b="1" dirty="0"/>
              <a:t>logical reasoning</a:t>
            </a:r>
            <a:r>
              <a:rPr lang="en-GB" dirty="0"/>
              <a:t> to reach conclusions.</a:t>
            </a:r>
          </a:p>
          <a:p>
            <a:pPr marL="0" indent="0">
              <a:buNone/>
            </a:pPr>
            <a:r>
              <a:rPr lang="en-GB" dirty="0"/>
              <a:t>		</a:t>
            </a:r>
            <a:r>
              <a:rPr lang="en-GB" dirty="0">
                <a:highlight>
                  <a:srgbClr val="00FF00"/>
                </a:highlight>
              </a:rPr>
              <a:t>Expert systems = </a:t>
            </a:r>
            <a:r>
              <a:rPr lang="en-GB" b="1" dirty="0">
                <a:highlight>
                  <a:srgbClr val="00FF00"/>
                </a:highlight>
              </a:rPr>
              <a:t>Knowledge Base</a:t>
            </a:r>
            <a:r>
              <a:rPr lang="en-GB" dirty="0">
                <a:highlight>
                  <a:srgbClr val="00FF00"/>
                </a:highlight>
              </a:rPr>
              <a:t> + </a:t>
            </a:r>
            <a:r>
              <a:rPr lang="en-GB" b="1" dirty="0">
                <a:highlight>
                  <a:srgbClr val="00FF00"/>
                </a:highlight>
              </a:rPr>
              <a:t>Inference Engine</a:t>
            </a:r>
            <a:endParaRPr lang="en-GB" dirty="0">
              <a:highlight>
                <a:srgbClr val="00FF00"/>
              </a:highlight>
            </a:endParaRPr>
          </a:p>
          <a:p>
            <a:pPr marL="0" indent="0">
              <a:buNone/>
            </a:pPr>
            <a:r>
              <a:rPr lang="en-GB" dirty="0"/>
              <a:t>They answer:</a:t>
            </a:r>
          </a:p>
          <a:p>
            <a:pPr lvl="1"/>
            <a:r>
              <a:rPr lang="en-GB" dirty="0"/>
              <a:t>What to do?</a:t>
            </a:r>
          </a:p>
          <a:p>
            <a:pPr lvl="1"/>
            <a:r>
              <a:rPr lang="en-GB" dirty="0"/>
              <a:t>Why to do it?</a:t>
            </a:r>
          </a:p>
          <a:p>
            <a:pPr lvl="1"/>
            <a:r>
              <a:rPr lang="en-GB" dirty="0"/>
              <a:t>How to do it?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9B474-3C7B-0323-832A-7927C167F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929446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wind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8FB09-7B90-F3F2-16A2-1F7A9E026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Architecture of Expert Systems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9E17E-6680-0CA0-3A9F-B50A1356E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An expert system typically has </a:t>
            </a:r>
            <a:r>
              <a:rPr lang="en-GB" b="1" dirty="0"/>
              <a:t>five major components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b="1" dirty="0"/>
              <a:t>1. Knowledge Base (KB)</a:t>
            </a:r>
          </a:p>
          <a:p>
            <a:pPr lvl="1"/>
            <a:r>
              <a:rPr lang="en-GB" dirty="0"/>
              <a:t>Stores domain knowledge as facts + rules</a:t>
            </a:r>
          </a:p>
          <a:p>
            <a:pPr lvl="1"/>
            <a:r>
              <a:rPr lang="en-GB" dirty="0"/>
              <a:t>Rules usually written in “IF condition THEN action” format</a:t>
            </a:r>
          </a:p>
          <a:p>
            <a:pPr lvl="1"/>
            <a:r>
              <a:rPr lang="en-GB" dirty="0"/>
              <a:t>Example: IF fever AND cough THEN disease = flu</a:t>
            </a:r>
          </a:p>
          <a:p>
            <a:pPr marL="0" indent="0">
              <a:buNone/>
            </a:pPr>
            <a:r>
              <a:rPr lang="en-GB" b="1" dirty="0"/>
              <a:t>2. Inference Engine</a:t>
            </a:r>
          </a:p>
          <a:p>
            <a:pPr lvl="1"/>
            <a:r>
              <a:rPr lang="en-GB" dirty="0"/>
              <a:t>The “brain” of the system</a:t>
            </a:r>
          </a:p>
          <a:p>
            <a:pPr lvl="1"/>
            <a:r>
              <a:rPr lang="en-GB" dirty="0"/>
              <a:t>Applies rules from KB to user data</a:t>
            </a:r>
          </a:p>
          <a:p>
            <a:pPr lvl="1"/>
            <a:r>
              <a:rPr lang="en-GB" dirty="0"/>
              <a:t>Performs reasoning using Forward/Backward chaining</a:t>
            </a:r>
          </a:p>
          <a:p>
            <a:pPr marL="0" indent="0">
              <a:buNone/>
            </a:pPr>
            <a:r>
              <a:rPr lang="en-GB" b="1" dirty="0"/>
              <a:t>3. Working Memory (WM)</a:t>
            </a:r>
          </a:p>
          <a:p>
            <a:pPr lvl="1"/>
            <a:r>
              <a:rPr lang="en-GB" dirty="0"/>
              <a:t>Stores dynamic facts obtained from user or sensors</a:t>
            </a:r>
          </a:p>
          <a:p>
            <a:pPr lvl="1"/>
            <a:r>
              <a:rPr lang="en-GB" dirty="0"/>
              <a:t>Increasing or decreasing during reasoning</a:t>
            </a:r>
          </a:p>
          <a:p>
            <a:pPr lvl="1"/>
            <a:r>
              <a:rPr lang="en-GB" dirty="0"/>
              <a:t>Example: {temperature = 102°C, symptom = cough}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20F7D-8E6E-A8D5-2548-6100CE2F3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11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5798D-D260-1E9F-7570-3DE9469E7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B0B6-F5AE-EE93-87D6-5EE2DCBB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Architecture of Expert Systems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C445A-3F0F-F65D-FA42-993E5F9FD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4. User Interface</a:t>
            </a:r>
          </a:p>
          <a:p>
            <a:pPr lvl="1"/>
            <a:r>
              <a:rPr lang="en-GB" dirty="0"/>
              <a:t>Input (questions to user)</a:t>
            </a:r>
          </a:p>
          <a:p>
            <a:pPr lvl="1"/>
            <a:r>
              <a:rPr lang="en-GB" dirty="0"/>
              <a:t>Output (diagnosis/recommendation)</a:t>
            </a:r>
          </a:p>
          <a:p>
            <a:pPr marL="0" indent="0">
              <a:buNone/>
            </a:pPr>
            <a:r>
              <a:rPr lang="en-GB" b="1" dirty="0"/>
              <a:t>5. Explanation Facility</a:t>
            </a:r>
          </a:p>
          <a:p>
            <a:pPr lvl="1"/>
            <a:r>
              <a:rPr lang="en-GB" dirty="0"/>
              <a:t>Explains </a:t>
            </a:r>
            <a:r>
              <a:rPr lang="en-GB" i="1" dirty="0"/>
              <a:t>why</a:t>
            </a:r>
            <a:r>
              <a:rPr lang="en-GB" dirty="0"/>
              <a:t> a question was asked</a:t>
            </a:r>
          </a:p>
          <a:p>
            <a:pPr lvl="1"/>
            <a:r>
              <a:rPr lang="en-GB" dirty="0"/>
              <a:t>Explains </a:t>
            </a:r>
            <a:r>
              <a:rPr lang="en-GB" i="1" dirty="0"/>
              <a:t>how</a:t>
            </a:r>
            <a:r>
              <a:rPr lang="en-GB" dirty="0"/>
              <a:t> a conclusion was reached</a:t>
            </a:r>
          </a:p>
          <a:p>
            <a:pPr lvl="1"/>
            <a:r>
              <a:rPr lang="en-GB" dirty="0"/>
              <a:t>Example: “Diagnosis = Malaria because: {fever, chill, mosquito exposure}”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29D28-8563-E528-096D-B98DF790D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577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118F9-0644-BF22-A9B3-753A0F1F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Applications of Expert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69B8C-73CA-E16B-38DC-CE497BCD4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b="1" dirty="0"/>
              <a:t>Medical Diagnosis</a:t>
            </a:r>
            <a:r>
              <a:rPr lang="en-GB" dirty="0"/>
              <a:t> (MYCIN)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Financial decision-support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Cybersecurity (Intrusion detection)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Equipment troubleshooting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Power grid control systems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Agricultural disease detection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Legal reasoning systems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6DEEE-A01F-6C32-C8EC-E1437DFE3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23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D9966-3644-EC2E-1985-BF317004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BA3E0-FFD1-3514-4930-EF070D4EC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Significance of Inference Engine in Expert Systems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5F638-8245-B1F8-6092-892A25370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an Inference Engine?</a:t>
            </a:r>
          </a:p>
          <a:p>
            <a:r>
              <a:rPr lang="en-GB" dirty="0"/>
              <a:t>An </a:t>
            </a:r>
            <a:r>
              <a:rPr lang="en-GB" b="1" dirty="0"/>
              <a:t>Inference Engine</a:t>
            </a:r>
            <a:r>
              <a:rPr lang="en-GB" dirty="0"/>
              <a:t> is the core reasoning component of an expert system.</a:t>
            </a:r>
            <a:br>
              <a:rPr lang="en-GB" dirty="0"/>
            </a:br>
            <a:r>
              <a:rPr lang="en-GB" dirty="0"/>
              <a:t>It </a:t>
            </a:r>
            <a:r>
              <a:rPr lang="en-GB" b="1" dirty="0"/>
              <a:t>applies logical rules to the knowledge base</a:t>
            </a:r>
            <a:r>
              <a:rPr lang="en-GB" dirty="0"/>
              <a:t> and draws conclusions exactly like a human expert would.</a:t>
            </a:r>
          </a:p>
          <a:p>
            <a:r>
              <a:rPr lang="en-GB" dirty="0"/>
              <a:t>It answers the question: ➡️ </a:t>
            </a:r>
            <a:r>
              <a:rPr lang="en-GB" i="1" dirty="0"/>
              <a:t>“Given what the system knows, what should it conclude or do next?”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13D56-8AA0-C94E-2A9A-9DA02A663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120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FD44-6318-1D81-E7B2-0696D7C1D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Knowledge Acquisition in 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F18FD-E10C-1612-B908-066407C4A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1F2E2-7D96-48E9-39B4-52A8FC1FD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93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4CB01-FE37-5E2E-35F1-553F4A78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Rule-Based Systems vs. Case-Based Systems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39BE5-F665-85B3-0F34-0FD391D25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C157F-B660-A696-AC2C-64548BC11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128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F1677-95FD-58B9-A9C2-9E8F02729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3DA4-9848-AB99-B887-1DAF5FAEB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2469578"/>
            <a:ext cx="11073384" cy="1655762"/>
          </a:xfrm>
        </p:spPr>
        <p:txBody>
          <a:bodyPr>
            <a:normAutofit fontScale="90000"/>
          </a:bodyPr>
          <a:lstStyle/>
          <a:p>
            <a:r>
              <a:rPr lang="en-GB" dirty="0"/>
              <a:t>Knowledge Representation Expansion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60FCE-E18C-7C1E-A085-E88B680815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56588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wind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B2E1-9613-4C1E-29BF-FFFC3D75F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Knowledge Representation Expansion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81801-3276-26C7-1FEE-432B3AC22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Knowledge Representation Expansion: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D5508-8019-760B-542B-64ADD0A3B8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663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FA34A-F214-D3BC-0156-0CF52EC07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Types of Knowledge in 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73162-0C3A-8C72-6191-C166E2FCC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Types of Knowledge in AI (</a:t>
            </a:r>
            <a:r>
              <a:rPr lang="en-GB" dirty="0"/>
              <a:t>Procedural, Declarative, Meta, Heuristic, Structural)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FF06A-EAAE-09E3-9E1C-0F457491EA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0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CF7A8-4E97-0A75-85F6-C251163D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Semantic Networks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9ECE5-BD5A-32A0-97ED-C465FD108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Semantic Networks (Components and Examples)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858B8-8C50-6DAE-1895-C48594D40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30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4A363-52BB-E5C6-6277-D1FB795E2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Frames for knowledge Representation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A2441-D62B-3FAC-4A5E-254B25EDE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Frames for knowledge Representation (Attributes, Reasoning Actions)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0BCD4-918A-271D-8B01-E4DA6A0A3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31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C197D-CACE-FBEF-5B67-0D5AB5E0D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Scripts in knowledge Representation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4F7B1-DC1E-931A-73C1-140E616E4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Scripts in knowledge Representation – (Structure and Representation)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7ABB9-5D40-AC10-3CE7-216E71987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034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548BF-B810-A74C-EE05-9E4B93AEA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Bayes Theorem and Bayesian Belief Networks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739EF-1026-637B-73D0-A6D5CC3E9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Bayes Theorem and Bayesian Belief Networks in AI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BF0D6-F36F-3AC0-D083-AE5520709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670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61537-92BD-449E-3542-450ABC91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10BC-DAD7-CB99-8AA1-8645700EF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2469578"/>
            <a:ext cx="11073384" cy="1655762"/>
          </a:xfrm>
        </p:spPr>
        <p:txBody>
          <a:bodyPr>
            <a:normAutofit fontScale="90000"/>
          </a:bodyPr>
          <a:lstStyle/>
          <a:p>
            <a:r>
              <a:rPr lang="en-GB" dirty="0"/>
              <a:t>Adversarial Search &amp; Game Theory in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6B7E9-4A61-0556-B2A7-8DA4788B42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436802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wind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DE12E-4954-C0AE-6C92-CD0A4F311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Adversarial Search &amp; Game Theory in 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43E6D-0519-5B22-CFA2-9EDC670EB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Adversarial Search &amp; Game Theory in AI: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A4EC5-D067-B104-10E3-42209530D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069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E36D0-D013-CD27-66C0-43B510041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Introduction to Adversarial Search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CA9D1-8EA0-172B-7B07-F1B47ECE2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Introduction to Adversarial Search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127F0-18E1-FE87-F1D8-0BF969FAD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984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AF2A5-5873-E120-A71C-9551BF25F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Minimax Algorithm and Its 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4BD44-F16F-BAD5-A885-7DF51B01D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Minimax Algorithm and Its Applications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BB1FB-DBAF-5AC7-424E-1FAEDB924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561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BB3B-CA1C-A087-481C-4538918C7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Alpha-Beta Pruning for Optimization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997A9-26DD-7FC6-7C34-D89E8B7F4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Alpha-Beta Pruning for Optimization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2D465-038C-A1D7-94DA-D0EF3692B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798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D5271-5E87-AB73-B39A-85345BABC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FAE2F9A-93AC-F5D9-1DF8-7C6A85F03F26}"/>
              </a:ext>
            </a:extLst>
          </p:cNvPr>
          <p:cNvSpPr/>
          <p:nvPr/>
        </p:nvSpPr>
        <p:spPr>
          <a:xfrm>
            <a:off x="1174967" y="5827190"/>
            <a:ext cx="98420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noProof="0" dirty="0"/>
              <a:t>If you were taking a </a:t>
            </a:r>
            <a:r>
              <a:rPr lang="en-US" sz="3200" b="1" noProof="0" dirty="0"/>
              <a:t>nap</a:t>
            </a:r>
            <a:r>
              <a:rPr lang="en-US" sz="3200" noProof="0" dirty="0"/>
              <a:t>, </a:t>
            </a:r>
            <a:r>
              <a:rPr lang="en-US" sz="3200" b="1" noProof="0" dirty="0">
                <a:highlight>
                  <a:srgbClr val="00FF00"/>
                </a:highlight>
              </a:rPr>
              <a:t>wake up</a:t>
            </a:r>
            <a:r>
              <a:rPr lang="en-US" sz="3200" noProof="0" dirty="0"/>
              <a:t>… the lecture is over!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72759-E1E1-46A0-235C-9097038DAA31}"/>
              </a:ext>
            </a:extLst>
          </p:cNvPr>
          <p:cNvSpPr txBox="1"/>
          <p:nvPr/>
        </p:nvSpPr>
        <p:spPr>
          <a:xfrm>
            <a:off x="0" y="-38602"/>
            <a:ext cx="11372850" cy="338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07000"/>
              </a:lnSpc>
              <a:spcAft>
                <a:spcPts val="800"/>
              </a:spcAft>
            </a:pPr>
            <a:r>
              <a:rPr lang="en-US" sz="1600" b="1" noProof="0" dirty="0">
                <a:solidFill>
                  <a:srgbClr val="EE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Not included in Syllabus</a:t>
            </a:r>
          </a:p>
        </p:txBody>
      </p:sp>
      <p:pic>
        <p:nvPicPr>
          <p:cNvPr id="2050" name="Picture 2" descr="Bad Student GIFs | Tenor">
            <a:extLst>
              <a:ext uri="{FF2B5EF4-FFF2-40B4-BE49-F238E27FC236}">
                <a16:creationId xmlns:a16="http://schemas.microsoft.com/office/drawing/2014/main" id="{163AA660-EE54-251E-B5C5-07AC4E526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548" y="128130"/>
            <a:ext cx="5699060" cy="569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16BFC8-C11B-BA22-04E9-64205A765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868148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wind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E69BB-5C2A-FD05-CDAE-E6E660CD3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33F4A-E4F2-4B27-593E-6C4A608D9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7971541" cy="57247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Expert Systems &amp; Inference Mechanisms:</a:t>
            </a:r>
          </a:p>
          <a:p>
            <a:pPr lvl="1"/>
            <a:r>
              <a:rPr lang="en-GB" dirty="0"/>
              <a:t>Architecture of Expert Systems</a:t>
            </a:r>
          </a:p>
          <a:p>
            <a:pPr lvl="1"/>
            <a:r>
              <a:rPr lang="en-GB" dirty="0"/>
              <a:t>Significance of Inference Engine in Expert Systems</a:t>
            </a:r>
          </a:p>
          <a:p>
            <a:pPr lvl="1"/>
            <a:r>
              <a:rPr lang="en-GB" dirty="0"/>
              <a:t>Knowledge Acquisition in AI</a:t>
            </a:r>
          </a:p>
          <a:p>
            <a:pPr lvl="1"/>
            <a:r>
              <a:rPr lang="en-GB" dirty="0"/>
              <a:t>Rule-Based Systems vs. Case-Based Systems</a:t>
            </a:r>
            <a:endParaRPr lang="en-GB" b="1" dirty="0"/>
          </a:p>
          <a:p>
            <a:pPr marL="0" indent="0">
              <a:buNone/>
            </a:pPr>
            <a:r>
              <a:rPr lang="en-GB" b="1" dirty="0"/>
              <a:t>Knowledge Representation Expansion: </a:t>
            </a:r>
          </a:p>
          <a:p>
            <a:pPr lvl="1"/>
            <a:r>
              <a:rPr lang="en-GB" dirty="0"/>
              <a:t>Types of Knowledge in AI (Procedural, Declarative, Meta, Heuristic, Structural)</a:t>
            </a:r>
          </a:p>
          <a:p>
            <a:pPr lvl="1"/>
            <a:r>
              <a:rPr lang="en-GB" dirty="0"/>
              <a:t>Semantic Networks (Components and Examples)</a:t>
            </a:r>
          </a:p>
          <a:p>
            <a:pPr lvl="1"/>
            <a:r>
              <a:rPr lang="en-GB" dirty="0"/>
              <a:t>Frames for knowledge Representation (Attributes, Reasoning Actions)</a:t>
            </a:r>
          </a:p>
          <a:p>
            <a:pPr lvl="1"/>
            <a:r>
              <a:rPr lang="en-GB" dirty="0"/>
              <a:t>Scripts in knowledge Representation – (Structure and Representation)</a:t>
            </a:r>
          </a:p>
          <a:p>
            <a:pPr lvl="1"/>
            <a:r>
              <a:rPr lang="en-GB" dirty="0"/>
              <a:t>Bayes Theorem and Bayesian Belief Networks in AI</a:t>
            </a:r>
          </a:p>
          <a:p>
            <a:pPr marL="0" indent="0">
              <a:buNone/>
            </a:pPr>
            <a:r>
              <a:rPr lang="en-GB" b="1" dirty="0"/>
              <a:t>Adversarial Search &amp; Game Theory in AI:</a:t>
            </a:r>
          </a:p>
          <a:p>
            <a:pPr lvl="1"/>
            <a:r>
              <a:rPr lang="en-GB" dirty="0"/>
              <a:t>Introduction to Adversarial Search</a:t>
            </a:r>
          </a:p>
          <a:p>
            <a:pPr lvl="1"/>
            <a:r>
              <a:rPr lang="en-GB" dirty="0"/>
              <a:t>Minimax Algorithm and Its Applications</a:t>
            </a:r>
          </a:p>
          <a:p>
            <a:pPr lvl="1"/>
            <a:r>
              <a:rPr lang="en-GB" dirty="0"/>
              <a:t>Alpha-Beta Pruning for Optimization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9CEF2-82BB-4848-61D2-B3208C635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3898F3-53D0-4600-AC2E-55B5DBF6C672}" type="slidenum">
              <a:rPr lang="en-US" noProof="0" smtClean="0"/>
              <a:pPr/>
              <a:t>24</a:t>
            </a:fld>
            <a:endParaRPr lang="en-US" noProof="0" dirty="0"/>
          </a:p>
        </p:txBody>
      </p:sp>
      <p:pic>
        <p:nvPicPr>
          <p:cNvPr id="4" name="Picture 2" descr="I Have A Question GIFs | Tenor">
            <a:extLst>
              <a:ext uri="{FF2B5EF4-FFF2-40B4-BE49-F238E27FC236}">
                <a16:creationId xmlns:a16="http://schemas.microsoft.com/office/drawing/2014/main" id="{11D9D591-97D8-E034-342C-04C4CF3DA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307" y="1077255"/>
            <a:ext cx="3780293" cy="3780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7598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wind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HITEC Color Templete">
      <a:dk1>
        <a:srgbClr val="0F1A1D"/>
      </a:dk1>
      <a:lt1>
        <a:srgbClr val="D6E5EA"/>
      </a:lt1>
      <a:dk2>
        <a:srgbClr val="0F1A1D"/>
      </a:dk2>
      <a:lt2>
        <a:srgbClr val="DBE9F7"/>
      </a:lt2>
      <a:accent1>
        <a:srgbClr val="081726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5252</TotalTime>
  <Words>733</Words>
  <Application>Microsoft Office PowerPoint</Application>
  <PresentationFormat>Widescreen</PresentationFormat>
  <Paragraphs>126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Times New Roman</vt:lpstr>
      <vt:lpstr>Office Theme</vt:lpstr>
      <vt:lpstr>CS312 Artificial Intelligence</vt:lpstr>
      <vt:lpstr>Lecture Content</vt:lpstr>
      <vt:lpstr>Expert Systems &amp; Inference Mechanisms</vt:lpstr>
      <vt:lpstr>Expert Systems &amp; Inference Mechanisms</vt:lpstr>
      <vt:lpstr>Architecture of Expert Systems</vt:lpstr>
      <vt:lpstr>Architecture of Expert Systems</vt:lpstr>
      <vt:lpstr>Applications of Expert Systems</vt:lpstr>
      <vt:lpstr>Significance of Inference Engine in Expert Systems</vt:lpstr>
      <vt:lpstr>Knowledge Acquisition in AI</vt:lpstr>
      <vt:lpstr>Rule-Based Systems vs. Case-Based Systems</vt:lpstr>
      <vt:lpstr>Knowledge Representation Expansion</vt:lpstr>
      <vt:lpstr>Knowledge Representation Expansion</vt:lpstr>
      <vt:lpstr>Types of Knowledge in AI</vt:lpstr>
      <vt:lpstr>Semantic Networks</vt:lpstr>
      <vt:lpstr>Frames for knowledge Representation</vt:lpstr>
      <vt:lpstr>Scripts in knowledge Representation</vt:lpstr>
      <vt:lpstr>Bayes Theorem and Bayesian Belief Networks</vt:lpstr>
      <vt:lpstr>Adversarial Search &amp; Game Theory in AI</vt:lpstr>
      <vt:lpstr>Adversarial Search &amp; Game Theory in AI</vt:lpstr>
      <vt:lpstr>Introduction to Adversarial Search</vt:lpstr>
      <vt:lpstr>Minimax Algorithm and Its Applications</vt:lpstr>
      <vt:lpstr>Alpha-Beta Pruning for Optimization</vt:lpstr>
      <vt:lpstr>PowerPoint Presentation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BS105 - Applied Physics</dc:title>
  <dc:creator>Mubashir Iqbal</dc:creator>
  <cp:lastModifiedBy>Mubashir Iqbal</cp:lastModifiedBy>
  <cp:revision>862</cp:revision>
  <dcterms:created xsi:type="dcterms:W3CDTF">2025-02-22T18:08:14Z</dcterms:created>
  <dcterms:modified xsi:type="dcterms:W3CDTF">2025-12-03T13:12:29Z</dcterms:modified>
</cp:coreProperties>
</file>